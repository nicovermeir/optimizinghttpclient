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9" r:id="rId3"/>
    <p:sldId id="257" r:id="rId4"/>
    <p:sldId id="269" r:id="rId5"/>
    <p:sldId id="259" r:id="rId6"/>
    <p:sldId id="260" r:id="rId7"/>
    <p:sldId id="262" r:id="rId8"/>
    <p:sldId id="276" r:id="rId9"/>
    <p:sldId id="264" r:id="rId10"/>
    <p:sldId id="265" r:id="rId11"/>
    <p:sldId id="270" r:id="rId12"/>
    <p:sldId id="277" r:id="rId13"/>
    <p:sldId id="266" r:id="rId14"/>
    <p:sldId id="271" r:id="rId15"/>
    <p:sldId id="263" r:id="rId16"/>
    <p:sldId id="267" r:id="rId17"/>
    <p:sldId id="274" r:id="rId18"/>
    <p:sldId id="275" r:id="rId19"/>
    <p:sldId id="278" r:id="rId20"/>
    <p:sldId id="261" r:id="rId21"/>
    <p:sldId id="280" r:id="rId22"/>
    <p:sldId id="273" r:id="rId2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AAA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A94D53-1CE2-458C-98DE-3D70AFB649E8}" v="3" dt="2025-12-04T12:51:32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6850" autoAdjust="0"/>
  </p:normalViewPr>
  <p:slideViewPr>
    <p:cSldViewPr snapToGrid="0">
      <p:cViewPr varScale="1">
        <p:scale>
          <a:sx n="97" d="100"/>
          <a:sy n="97" d="100"/>
        </p:scale>
        <p:origin x="996" y="90"/>
      </p:cViewPr>
      <p:guideLst/>
    </p:cSldViewPr>
  </p:slideViewPr>
  <p:notesTextViewPr>
    <p:cViewPr>
      <p:scale>
        <a:sx n="99" d="100"/>
        <a:sy n="99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 Vermeir" userId="5a345bb15e973473" providerId="LiveId" clId="{5813E223-CC47-4BE8-A3B5-52D6B09A0FC4}"/>
    <pc:docChg chg="undo custSel addSld delSld modSld sldOrd modMainMaster">
      <pc:chgData name="Nico Vermeir" userId="5a345bb15e973473" providerId="LiveId" clId="{5813E223-CC47-4BE8-A3B5-52D6B09A0FC4}" dt="2025-12-04T12:51:50.160" v="4868" actId="1076"/>
      <pc:docMkLst>
        <pc:docMk/>
      </pc:docMkLst>
      <pc:sldChg chg="addSp modSp mod">
        <pc:chgData name="Nico Vermeir" userId="5a345bb15e973473" providerId="LiveId" clId="{5813E223-CC47-4BE8-A3B5-52D6B09A0FC4}" dt="2025-11-05T07:36:13.152" v="42" actId="14100"/>
        <pc:sldMkLst>
          <pc:docMk/>
          <pc:sldMk cId="809101663" sldId="256"/>
        </pc:sldMkLst>
        <pc:spChg chg="add mod">
          <ac:chgData name="Nico Vermeir" userId="5a345bb15e973473" providerId="LiveId" clId="{5813E223-CC47-4BE8-A3B5-52D6B09A0FC4}" dt="2025-11-05T07:36:13.152" v="42" actId="14100"/>
          <ac:spMkLst>
            <pc:docMk/>
            <pc:sldMk cId="809101663" sldId="256"/>
            <ac:spMk id="6" creationId="{8029465A-77AC-7811-EC5D-AD757912EC33}"/>
          </ac:spMkLst>
        </pc:spChg>
        <pc:picChg chg="add mod">
          <ac:chgData name="Nico Vermeir" userId="5a345bb15e973473" providerId="LiveId" clId="{5813E223-CC47-4BE8-A3B5-52D6B09A0FC4}" dt="2025-11-05T07:34:46.928" v="2" actId="14100"/>
          <ac:picMkLst>
            <pc:docMk/>
            <pc:sldMk cId="809101663" sldId="256"/>
            <ac:picMk id="5" creationId="{11EDB93E-F40F-7B5D-7F62-E6FFEE7564DD}"/>
          </ac:picMkLst>
        </pc:picChg>
      </pc:sldChg>
      <pc:sldChg chg="modSp new mod chgLayout modNotesTx">
        <pc:chgData name="Nico Vermeir" userId="5a345bb15e973473" providerId="LiveId" clId="{5813E223-CC47-4BE8-A3B5-52D6B09A0FC4}" dt="2025-11-10T07:00:45.360" v="519" actId="700"/>
        <pc:sldMkLst>
          <pc:docMk/>
          <pc:sldMk cId="939732935" sldId="257"/>
        </pc:sldMkLst>
        <pc:spChg chg="mod ord">
          <ac:chgData name="Nico Vermeir" userId="5a345bb15e973473" providerId="LiveId" clId="{5813E223-CC47-4BE8-A3B5-52D6B09A0FC4}" dt="2025-11-10T07:00:45.360" v="519" actId="700"/>
          <ac:spMkLst>
            <pc:docMk/>
            <pc:sldMk cId="939732935" sldId="257"/>
            <ac:spMk id="2" creationId="{8A18CEDF-6F58-3F1F-93F7-03BD2E133114}"/>
          </ac:spMkLst>
        </pc:spChg>
        <pc:spChg chg="mod ord">
          <ac:chgData name="Nico Vermeir" userId="5a345bb15e973473" providerId="LiveId" clId="{5813E223-CC47-4BE8-A3B5-52D6B09A0FC4}" dt="2025-11-10T07:00:45.360" v="519" actId="700"/>
          <ac:spMkLst>
            <pc:docMk/>
            <pc:sldMk cId="939732935" sldId="257"/>
            <ac:spMk id="3" creationId="{BB803C5F-C8BA-2FF6-C371-06160B475B3F}"/>
          </ac:spMkLst>
        </pc:spChg>
      </pc:sldChg>
      <pc:sldChg chg="modSp new del mod modShow">
        <pc:chgData name="Nico Vermeir" userId="5a345bb15e973473" providerId="LiveId" clId="{5813E223-CC47-4BE8-A3B5-52D6B09A0FC4}" dt="2025-12-04T10:38:00.058" v="4827" actId="47"/>
        <pc:sldMkLst>
          <pc:docMk/>
          <pc:sldMk cId="1795793419" sldId="258"/>
        </pc:sldMkLst>
      </pc:sldChg>
      <pc:sldChg chg="modSp new mod modNotesTx">
        <pc:chgData name="Nico Vermeir" userId="5a345bb15e973473" providerId="LiveId" clId="{5813E223-CC47-4BE8-A3B5-52D6B09A0FC4}" dt="2025-11-10T07:27:55.788" v="656" actId="20577"/>
        <pc:sldMkLst>
          <pc:docMk/>
          <pc:sldMk cId="3489418658" sldId="259"/>
        </pc:sldMkLst>
        <pc:spChg chg="mod">
          <ac:chgData name="Nico Vermeir" userId="5a345bb15e973473" providerId="LiveId" clId="{5813E223-CC47-4BE8-A3B5-52D6B09A0FC4}" dt="2025-11-10T07:27:24.747" v="612" actId="20577"/>
          <ac:spMkLst>
            <pc:docMk/>
            <pc:sldMk cId="3489418658" sldId="259"/>
            <ac:spMk id="2" creationId="{9FAE846F-2810-CC44-FAD1-DB4DD3289802}"/>
          </ac:spMkLst>
        </pc:spChg>
        <pc:spChg chg="mod">
          <ac:chgData name="Nico Vermeir" userId="5a345bb15e973473" providerId="LiveId" clId="{5813E223-CC47-4BE8-A3B5-52D6B09A0FC4}" dt="2025-11-10T07:27:47.668" v="616" actId="20577"/>
          <ac:spMkLst>
            <pc:docMk/>
            <pc:sldMk cId="3489418658" sldId="259"/>
            <ac:spMk id="3" creationId="{3C527A2A-F8BA-F9B5-33CF-062C991EE1AE}"/>
          </ac:spMkLst>
        </pc:spChg>
      </pc:sldChg>
      <pc:sldChg chg="addSp delSp modSp new mod setBg modAnim modNotesTx">
        <pc:chgData name="Nico Vermeir" userId="5a345bb15e973473" providerId="LiveId" clId="{5813E223-CC47-4BE8-A3B5-52D6B09A0FC4}" dt="2025-12-04T10:39:45.172" v="4828" actId="20577"/>
        <pc:sldMkLst>
          <pc:docMk/>
          <pc:sldMk cId="2159062421" sldId="260"/>
        </pc:sldMkLst>
        <pc:spChg chg="mod">
          <ac:chgData name="Nico Vermeir" userId="5a345bb15e973473" providerId="LiveId" clId="{5813E223-CC47-4BE8-A3B5-52D6B09A0FC4}" dt="2025-11-10T07:47:17.679" v="981" actId="1076"/>
          <ac:spMkLst>
            <pc:docMk/>
            <pc:sldMk cId="2159062421" sldId="260"/>
            <ac:spMk id="2" creationId="{20CC95A1-D448-4C84-5F65-ED92073A6CAD}"/>
          </ac:spMkLst>
        </pc:spChg>
        <pc:spChg chg="mod">
          <ac:chgData name="Nico Vermeir" userId="5a345bb15e973473" providerId="LiveId" clId="{5813E223-CC47-4BE8-A3B5-52D6B09A0FC4}" dt="2025-11-10T07:47:24.209" v="982" actId="1076"/>
          <ac:spMkLst>
            <pc:docMk/>
            <pc:sldMk cId="2159062421" sldId="260"/>
            <ac:spMk id="3" creationId="{647132FB-A4EE-163D-A89A-885FB68E0948}"/>
          </ac:spMkLst>
        </pc:spChg>
        <pc:spChg chg="add mod">
          <ac:chgData name="Nico Vermeir" userId="5a345bb15e973473" providerId="LiveId" clId="{5813E223-CC47-4BE8-A3B5-52D6B09A0FC4}" dt="2025-11-10T07:47:24.209" v="982" actId="1076"/>
          <ac:spMkLst>
            <pc:docMk/>
            <pc:sldMk cId="2159062421" sldId="260"/>
            <ac:spMk id="4" creationId="{B8D153D6-FDF8-3810-64F6-E5CB3532BE40}"/>
          </ac:spMkLst>
        </pc:spChg>
        <pc:spChg chg="add mod">
          <ac:chgData name="Nico Vermeir" userId="5a345bb15e973473" providerId="LiveId" clId="{5813E223-CC47-4BE8-A3B5-52D6B09A0FC4}" dt="2025-11-10T07:47:24.209" v="982" actId="1076"/>
          <ac:spMkLst>
            <pc:docMk/>
            <pc:sldMk cId="2159062421" sldId="260"/>
            <ac:spMk id="5" creationId="{C96CF824-4A82-A358-1AB1-BF1213779860}"/>
          </ac:spMkLst>
        </pc:spChg>
        <pc:spChg chg="add mod">
          <ac:chgData name="Nico Vermeir" userId="5a345bb15e973473" providerId="LiveId" clId="{5813E223-CC47-4BE8-A3B5-52D6B09A0FC4}" dt="2025-11-10T07:47:24.209" v="982" actId="1076"/>
          <ac:spMkLst>
            <pc:docMk/>
            <pc:sldMk cId="2159062421" sldId="260"/>
            <ac:spMk id="6" creationId="{7111AA07-96BD-B934-4049-DEA80DEB5C47}"/>
          </ac:spMkLst>
        </pc:spChg>
        <pc:spChg chg="add mod">
          <ac:chgData name="Nico Vermeir" userId="5a345bb15e973473" providerId="LiveId" clId="{5813E223-CC47-4BE8-A3B5-52D6B09A0FC4}" dt="2025-11-10T07:47:29.564" v="983" actId="14100"/>
          <ac:spMkLst>
            <pc:docMk/>
            <pc:sldMk cId="2159062421" sldId="260"/>
            <ac:spMk id="7" creationId="{24EC0228-033A-2024-868F-CFC65D3C5E69}"/>
          </ac:spMkLst>
        </pc:spChg>
        <pc:spChg chg="add mod">
          <ac:chgData name="Nico Vermeir" userId="5a345bb15e973473" providerId="LiveId" clId="{5813E223-CC47-4BE8-A3B5-52D6B09A0FC4}" dt="2025-11-10T07:47:24.209" v="982" actId="1076"/>
          <ac:spMkLst>
            <pc:docMk/>
            <pc:sldMk cId="2159062421" sldId="260"/>
            <ac:spMk id="8" creationId="{C9D93474-D0BE-130D-F97D-47B083170021}"/>
          </ac:spMkLst>
        </pc:spChg>
        <pc:spChg chg="add mod">
          <ac:chgData name="Nico Vermeir" userId="5a345bb15e973473" providerId="LiveId" clId="{5813E223-CC47-4BE8-A3B5-52D6B09A0FC4}" dt="2025-11-10T07:47:33.563" v="984" actId="14100"/>
          <ac:spMkLst>
            <pc:docMk/>
            <pc:sldMk cId="2159062421" sldId="260"/>
            <ac:spMk id="9" creationId="{CC0774FD-2B9F-4F3C-54EF-1FB0738827CD}"/>
          </ac:spMkLst>
        </pc:spChg>
        <pc:spChg chg="add mod">
          <ac:chgData name="Nico Vermeir" userId="5a345bb15e973473" providerId="LiveId" clId="{5813E223-CC47-4BE8-A3B5-52D6B09A0FC4}" dt="2025-11-10T07:46:15.962" v="954" actId="1076"/>
          <ac:spMkLst>
            <pc:docMk/>
            <pc:sldMk cId="2159062421" sldId="260"/>
            <ac:spMk id="10" creationId="{B1AF68BF-EB56-FB2B-1C0D-B02DD0F6F239}"/>
          </ac:spMkLst>
        </pc:spChg>
        <pc:spChg chg="add mod ord">
          <ac:chgData name="Nico Vermeir" userId="5a345bb15e973473" providerId="LiveId" clId="{5813E223-CC47-4BE8-A3B5-52D6B09A0FC4}" dt="2025-11-10T07:59:12.463" v="1746" actId="166"/>
          <ac:spMkLst>
            <pc:docMk/>
            <pc:sldMk cId="2159062421" sldId="260"/>
            <ac:spMk id="11" creationId="{4CDAE6BF-6676-B772-8B12-2135708EB77F}"/>
          </ac:spMkLst>
        </pc:spChg>
        <pc:spChg chg="add mod ord">
          <ac:chgData name="Nico Vermeir" userId="5a345bb15e973473" providerId="LiveId" clId="{5813E223-CC47-4BE8-A3B5-52D6B09A0FC4}" dt="2025-11-10T07:59:12.463" v="1746" actId="166"/>
          <ac:spMkLst>
            <pc:docMk/>
            <pc:sldMk cId="2159062421" sldId="260"/>
            <ac:spMk id="12" creationId="{E66D67E6-FFD2-84F0-E0C4-C13E4B6E7782}"/>
          </ac:spMkLst>
        </pc:spChg>
        <pc:spChg chg="add mod ord">
          <ac:chgData name="Nico Vermeir" userId="5a345bb15e973473" providerId="LiveId" clId="{5813E223-CC47-4BE8-A3B5-52D6B09A0FC4}" dt="2025-11-10T07:59:12.463" v="1746" actId="166"/>
          <ac:spMkLst>
            <pc:docMk/>
            <pc:sldMk cId="2159062421" sldId="260"/>
            <ac:spMk id="13" creationId="{5273C48D-CD47-9328-3202-A928180ACE05}"/>
          </ac:spMkLst>
        </pc:spChg>
        <pc:spChg chg="add mod ord">
          <ac:chgData name="Nico Vermeir" userId="5a345bb15e973473" providerId="LiveId" clId="{5813E223-CC47-4BE8-A3B5-52D6B09A0FC4}" dt="2025-11-10T07:59:31.826" v="1751" actId="166"/>
          <ac:spMkLst>
            <pc:docMk/>
            <pc:sldMk cId="2159062421" sldId="260"/>
            <ac:spMk id="15" creationId="{5E532B75-DB4B-637A-5C35-6A336583C36E}"/>
          </ac:spMkLst>
        </pc:spChg>
        <pc:spChg chg="add mod ord">
          <ac:chgData name="Nico Vermeir" userId="5a345bb15e973473" providerId="LiveId" clId="{5813E223-CC47-4BE8-A3B5-52D6B09A0FC4}" dt="2025-11-10T07:59:31.826" v="1751" actId="166"/>
          <ac:spMkLst>
            <pc:docMk/>
            <pc:sldMk cId="2159062421" sldId="260"/>
            <ac:spMk id="16" creationId="{F04F9508-CDF9-D445-BA36-1FA46CD4CE85}"/>
          </ac:spMkLst>
        </pc:spChg>
        <pc:spChg chg="add mod ord">
          <ac:chgData name="Nico Vermeir" userId="5a345bb15e973473" providerId="LiveId" clId="{5813E223-CC47-4BE8-A3B5-52D6B09A0FC4}" dt="2025-11-10T07:59:31.826" v="1751" actId="166"/>
          <ac:spMkLst>
            <pc:docMk/>
            <pc:sldMk cId="2159062421" sldId="260"/>
            <ac:spMk id="17" creationId="{D8DAA888-206A-4057-7E59-AC0EB059E9B8}"/>
          </ac:spMkLst>
        </pc:spChg>
        <pc:spChg chg="add mod ord">
          <ac:chgData name="Nico Vermeir" userId="5a345bb15e973473" providerId="LiveId" clId="{5813E223-CC47-4BE8-A3B5-52D6B09A0FC4}" dt="2025-11-10T07:59:31.826" v="1751" actId="166"/>
          <ac:spMkLst>
            <pc:docMk/>
            <pc:sldMk cId="2159062421" sldId="260"/>
            <ac:spMk id="18" creationId="{1F15285C-9905-EF23-7293-EDADBEF4FB03}"/>
          </ac:spMkLst>
        </pc:spChg>
        <pc:spChg chg="add mod ord">
          <ac:chgData name="Nico Vermeir" userId="5a345bb15e973473" providerId="LiveId" clId="{5813E223-CC47-4BE8-A3B5-52D6B09A0FC4}" dt="2025-11-10T07:59:05.402" v="1744" actId="1076"/>
          <ac:spMkLst>
            <pc:docMk/>
            <pc:sldMk cId="2159062421" sldId="260"/>
            <ac:spMk id="19" creationId="{B9961790-321E-7A2F-6546-03EBDEFE1782}"/>
          </ac:spMkLst>
        </pc:spChg>
        <pc:spChg chg="add mod">
          <ac:chgData name="Nico Vermeir" userId="5a345bb15e973473" providerId="LiveId" clId="{5813E223-CC47-4BE8-A3B5-52D6B09A0FC4}" dt="2025-11-10T07:59:01.122" v="1742" actId="164"/>
          <ac:spMkLst>
            <pc:docMk/>
            <pc:sldMk cId="2159062421" sldId="260"/>
            <ac:spMk id="20" creationId="{4E3F9491-D00B-C827-9939-CA1445424986}"/>
          </ac:spMkLst>
        </pc:spChg>
        <pc:spChg chg="mod">
          <ac:chgData name="Nico Vermeir" userId="5a345bb15e973473" providerId="LiveId" clId="{5813E223-CC47-4BE8-A3B5-52D6B09A0FC4}" dt="2025-11-10T08:00:04.060" v="1759" actId="207"/>
          <ac:spMkLst>
            <pc:docMk/>
            <pc:sldMk cId="2159062421" sldId="260"/>
            <ac:spMk id="23" creationId="{6CD05D90-48B2-2F80-38DE-95A2C814B044}"/>
          </ac:spMkLst>
        </pc:spChg>
        <pc:spChg chg="mod">
          <ac:chgData name="Nico Vermeir" userId="5a345bb15e973473" providerId="LiveId" clId="{5813E223-CC47-4BE8-A3B5-52D6B09A0FC4}" dt="2025-11-10T08:01:36.861" v="1777" actId="1036"/>
          <ac:spMkLst>
            <pc:docMk/>
            <pc:sldMk cId="2159062421" sldId="260"/>
            <ac:spMk id="24" creationId="{2B5B10AA-2082-32E0-5BCF-6E2DF44214B0}"/>
          </ac:spMkLst>
        </pc:spChg>
        <pc:grpChg chg="add mod">
          <ac:chgData name="Nico Vermeir" userId="5a345bb15e973473" providerId="LiveId" clId="{5813E223-CC47-4BE8-A3B5-52D6B09A0FC4}" dt="2025-11-10T08:01:22.688" v="1771" actId="14100"/>
          <ac:grpSpMkLst>
            <pc:docMk/>
            <pc:sldMk cId="2159062421" sldId="260"/>
            <ac:grpSpMk id="21" creationId="{65BBFE3D-5929-DA13-5015-694FE016261B}"/>
          </ac:grpSpMkLst>
        </pc:grpChg>
        <pc:grpChg chg="add mod">
          <ac:chgData name="Nico Vermeir" userId="5a345bb15e973473" providerId="LiveId" clId="{5813E223-CC47-4BE8-A3B5-52D6B09A0FC4}" dt="2025-11-10T08:01:42.902" v="1778" actId="14100"/>
          <ac:grpSpMkLst>
            <pc:docMk/>
            <pc:sldMk cId="2159062421" sldId="260"/>
            <ac:grpSpMk id="22" creationId="{91162439-4B31-49F2-6FEC-8942D99FADB0}"/>
          </ac:grpSpMkLst>
        </pc:grpChg>
        <pc:picChg chg="add mod">
          <ac:chgData name="Nico Vermeir" userId="5a345bb15e973473" providerId="LiveId" clId="{5813E223-CC47-4BE8-A3B5-52D6B09A0FC4}" dt="2025-11-10T07:52:50.155" v="1181" actId="732"/>
          <ac:picMkLst>
            <pc:docMk/>
            <pc:sldMk cId="2159062421" sldId="260"/>
            <ac:picMk id="1026" creationId="{BD7548D3-178F-EA0E-46A3-DB0D544AFC21}"/>
          </ac:picMkLst>
        </pc:picChg>
      </pc:sldChg>
      <pc:sldChg chg="modSp new mod ord">
        <pc:chgData name="Nico Vermeir" userId="5a345bb15e973473" providerId="LiveId" clId="{5813E223-CC47-4BE8-A3B5-52D6B09A0FC4}" dt="2025-11-24T12:02:40.567" v="4744"/>
        <pc:sldMkLst>
          <pc:docMk/>
          <pc:sldMk cId="2318611003" sldId="261"/>
        </pc:sldMkLst>
        <pc:spChg chg="mod">
          <ac:chgData name="Nico Vermeir" userId="5a345bb15e973473" providerId="LiveId" clId="{5813E223-CC47-4BE8-A3B5-52D6B09A0FC4}" dt="2025-11-10T07:33:51.793" v="756" actId="20577"/>
          <ac:spMkLst>
            <pc:docMk/>
            <pc:sldMk cId="2318611003" sldId="261"/>
            <ac:spMk id="2" creationId="{F0C9C0E8-21B4-AF49-4E2D-9EE1EC404F9A}"/>
          </ac:spMkLst>
        </pc:spChg>
        <pc:spChg chg="mod">
          <ac:chgData name="Nico Vermeir" userId="5a345bb15e973473" providerId="LiveId" clId="{5813E223-CC47-4BE8-A3B5-52D6B09A0FC4}" dt="2025-11-21T14:10:51.525" v="4619" actId="207"/>
          <ac:spMkLst>
            <pc:docMk/>
            <pc:sldMk cId="2318611003" sldId="261"/>
            <ac:spMk id="3" creationId="{4C06D2B9-6750-FAD0-9C65-4CBDA428C3D8}"/>
          </ac:spMkLst>
        </pc:spChg>
      </pc:sldChg>
      <pc:sldChg chg="modSp new mod modNotesTx">
        <pc:chgData name="Nico Vermeir" userId="5a345bb15e973473" providerId="LiveId" clId="{5813E223-CC47-4BE8-A3B5-52D6B09A0FC4}" dt="2025-11-10T08:22:56.521" v="2211" actId="20577"/>
        <pc:sldMkLst>
          <pc:docMk/>
          <pc:sldMk cId="3604625449" sldId="262"/>
        </pc:sldMkLst>
        <pc:spChg chg="mod">
          <ac:chgData name="Nico Vermeir" userId="5a345bb15e973473" providerId="LiveId" clId="{5813E223-CC47-4BE8-A3B5-52D6B09A0FC4}" dt="2025-11-10T08:09:54.973" v="1804" actId="20577"/>
          <ac:spMkLst>
            <pc:docMk/>
            <pc:sldMk cId="3604625449" sldId="262"/>
            <ac:spMk id="2" creationId="{E2CD41CD-6A5E-6CF3-0DA8-F39A06CF11AF}"/>
          </ac:spMkLst>
        </pc:spChg>
        <pc:spChg chg="mod">
          <ac:chgData name="Nico Vermeir" userId="5a345bb15e973473" providerId="LiveId" clId="{5813E223-CC47-4BE8-A3B5-52D6B09A0FC4}" dt="2025-11-10T08:22:56.521" v="2211" actId="20577"/>
          <ac:spMkLst>
            <pc:docMk/>
            <pc:sldMk cId="3604625449" sldId="262"/>
            <ac:spMk id="3" creationId="{6F2AE5CC-1509-5569-FA60-6EDDD8C97C49}"/>
          </ac:spMkLst>
        </pc:spChg>
      </pc:sldChg>
      <pc:sldChg chg="modSp new mod ord">
        <pc:chgData name="Nico Vermeir" userId="5a345bb15e973473" providerId="LiveId" clId="{5813E223-CC47-4BE8-A3B5-52D6B09A0FC4}" dt="2025-11-21T12:46:05.196" v="4501" actId="20577"/>
        <pc:sldMkLst>
          <pc:docMk/>
          <pc:sldMk cId="3928432059" sldId="263"/>
        </pc:sldMkLst>
        <pc:spChg chg="mod">
          <ac:chgData name="Nico Vermeir" userId="5a345bb15e973473" providerId="LiveId" clId="{5813E223-CC47-4BE8-A3B5-52D6B09A0FC4}" dt="2025-11-21T12:45:49.645" v="4495" actId="20577"/>
          <ac:spMkLst>
            <pc:docMk/>
            <pc:sldMk cId="3928432059" sldId="263"/>
            <ac:spMk id="2" creationId="{7A1D0BDB-FDB0-8E32-6763-446F6804B3CC}"/>
          </ac:spMkLst>
        </pc:spChg>
        <pc:spChg chg="mod">
          <ac:chgData name="Nico Vermeir" userId="5a345bb15e973473" providerId="LiveId" clId="{5813E223-CC47-4BE8-A3B5-52D6B09A0FC4}" dt="2025-11-21T12:46:05.196" v="4501" actId="20577"/>
          <ac:spMkLst>
            <pc:docMk/>
            <pc:sldMk cId="3928432059" sldId="263"/>
            <ac:spMk id="3" creationId="{FD16022E-8093-F675-7CC3-0D8F2C26F016}"/>
          </ac:spMkLst>
        </pc:spChg>
      </pc:sldChg>
      <pc:sldChg chg="modSp new mod modNotesTx">
        <pc:chgData name="Nico Vermeir" userId="5a345bb15e973473" providerId="LiveId" clId="{5813E223-CC47-4BE8-A3B5-52D6B09A0FC4}" dt="2025-11-10T13:30:27.828" v="3590" actId="20577"/>
        <pc:sldMkLst>
          <pc:docMk/>
          <pc:sldMk cId="427904816" sldId="264"/>
        </pc:sldMkLst>
        <pc:spChg chg="mod">
          <ac:chgData name="Nico Vermeir" userId="5a345bb15e973473" providerId="LiveId" clId="{5813E223-CC47-4BE8-A3B5-52D6B09A0FC4}" dt="2025-11-10T08:24:43.813" v="2249" actId="20577"/>
          <ac:spMkLst>
            <pc:docMk/>
            <pc:sldMk cId="427904816" sldId="264"/>
            <ac:spMk id="2" creationId="{6A6E96ED-037C-BA4C-4A65-3A07A2C74822}"/>
          </ac:spMkLst>
        </pc:spChg>
        <pc:spChg chg="mod">
          <ac:chgData name="Nico Vermeir" userId="5a345bb15e973473" providerId="LiveId" clId="{5813E223-CC47-4BE8-A3B5-52D6B09A0FC4}" dt="2025-11-10T13:28:15.856" v="3484" actId="20577"/>
          <ac:spMkLst>
            <pc:docMk/>
            <pc:sldMk cId="427904816" sldId="264"/>
            <ac:spMk id="3" creationId="{22E99696-CD76-76A3-F29D-10A406CFD398}"/>
          </ac:spMkLst>
        </pc:spChg>
      </pc:sldChg>
      <pc:sldChg chg="addSp modSp new mod ord modNotesTx">
        <pc:chgData name="Nico Vermeir" userId="5a345bb15e973473" providerId="LiveId" clId="{5813E223-CC47-4BE8-A3B5-52D6B09A0FC4}" dt="2025-11-10T13:38:42.665" v="3593" actId="1076"/>
        <pc:sldMkLst>
          <pc:docMk/>
          <pc:sldMk cId="3951598443" sldId="265"/>
        </pc:sldMkLst>
        <pc:spChg chg="mod">
          <ac:chgData name="Nico Vermeir" userId="5a345bb15e973473" providerId="LiveId" clId="{5813E223-CC47-4BE8-A3B5-52D6B09A0FC4}" dt="2025-11-10T08:24:56.685" v="2269" actId="20577"/>
          <ac:spMkLst>
            <pc:docMk/>
            <pc:sldMk cId="3951598443" sldId="265"/>
            <ac:spMk id="2" creationId="{E08D4ED8-D5EB-A17A-75DC-92A79FCBB16E}"/>
          </ac:spMkLst>
        </pc:spChg>
        <pc:spChg chg="mod">
          <ac:chgData name="Nico Vermeir" userId="5a345bb15e973473" providerId="LiveId" clId="{5813E223-CC47-4BE8-A3B5-52D6B09A0FC4}" dt="2025-11-10T13:23:46.710" v="2855" actId="27636"/>
          <ac:spMkLst>
            <pc:docMk/>
            <pc:sldMk cId="3951598443" sldId="265"/>
            <ac:spMk id="3" creationId="{86A0B5C4-C9AD-FA62-1FC0-BD73F40B300C}"/>
          </ac:spMkLst>
        </pc:spChg>
        <pc:spChg chg="add mod">
          <ac:chgData name="Nico Vermeir" userId="5a345bb15e973473" providerId="LiveId" clId="{5813E223-CC47-4BE8-A3B5-52D6B09A0FC4}" dt="2025-11-10T13:38:42.665" v="3593" actId="1076"/>
          <ac:spMkLst>
            <pc:docMk/>
            <pc:sldMk cId="3951598443" sldId="265"/>
            <ac:spMk id="4" creationId="{B283F19E-B7C0-79DD-2313-F671F718F627}"/>
          </ac:spMkLst>
        </pc:spChg>
      </pc:sldChg>
      <pc:sldChg chg="addSp modSp new mod ord">
        <pc:chgData name="Nico Vermeir" userId="5a345bb15e973473" providerId="LiveId" clId="{5813E223-CC47-4BE8-A3B5-52D6B09A0FC4}" dt="2025-11-10T14:25:48.362" v="4055" actId="20577"/>
        <pc:sldMkLst>
          <pc:docMk/>
          <pc:sldMk cId="1920787001" sldId="266"/>
        </pc:sldMkLst>
        <pc:spChg chg="mod">
          <ac:chgData name="Nico Vermeir" userId="5a345bb15e973473" providerId="LiveId" clId="{5813E223-CC47-4BE8-A3B5-52D6B09A0FC4}" dt="2025-11-10T08:25:08.740" v="2292" actId="20577"/>
          <ac:spMkLst>
            <pc:docMk/>
            <pc:sldMk cId="1920787001" sldId="266"/>
            <ac:spMk id="2" creationId="{0A42B66B-D928-E9A9-AC79-3FE2843728B5}"/>
          </ac:spMkLst>
        </pc:spChg>
        <pc:spChg chg="mod">
          <ac:chgData name="Nico Vermeir" userId="5a345bb15e973473" providerId="LiveId" clId="{5813E223-CC47-4BE8-A3B5-52D6B09A0FC4}" dt="2025-11-10T14:25:48.362" v="4055" actId="20577"/>
          <ac:spMkLst>
            <pc:docMk/>
            <pc:sldMk cId="1920787001" sldId="266"/>
            <ac:spMk id="3" creationId="{A6788D14-A507-720E-773C-A40AF70795ED}"/>
          </ac:spMkLst>
        </pc:spChg>
        <pc:spChg chg="add mod">
          <ac:chgData name="Nico Vermeir" userId="5a345bb15e973473" providerId="LiveId" clId="{5813E223-CC47-4BE8-A3B5-52D6B09A0FC4}" dt="2025-11-10T14:25:20.031" v="4033" actId="14100"/>
          <ac:spMkLst>
            <pc:docMk/>
            <pc:sldMk cId="1920787001" sldId="266"/>
            <ac:spMk id="4" creationId="{BC87F48F-1EE4-32F3-2B46-CC90F82B73D8}"/>
          </ac:spMkLst>
        </pc:spChg>
        <pc:picChg chg="add mod">
          <ac:chgData name="Nico Vermeir" userId="5a345bb15e973473" providerId="LiveId" clId="{5813E223-CC47-4BE8-A3B5-52D6B09A0FC4}" dt="2025-11-10T14:25:28.398" v="4035" actId="1076"/>
          <ac:picMkLst>
            <pc:docMk/>
            <pc:sldMk cId="1920787001" sldId="266"/>
            <ac:picMk id="2050" creationId="{260F82C2-503A-B565-97B5-3CBA9869A891}"/>
          </ac:picMkLst>
        </pc:picChg>
      </pc:sldChg>
      <pc:sldChg chg="modSp new mod">
        <pc:chgData name="Nico Vermeir" userId="5a345bb15e973473" providerId="LiveId" clId="{5813E223-CC47-4BE8-A3B5-52D6B09A0FC4}" dt="2025-11-21T14:10:00.165" v="4609" actId="20577"/>
        <pc:sldMkLst>
          <pc:docMk/>
          <pc:sldMk cId="1643399994" sldId="267"/>
        </pc:sldMkLst>
        <pc:spChg chg="mod">
          <ac:chgData name="Nico Vermeir" userId="5a345bb15e973473" providerId="LiveId" clId="{5813E223-CC47-4BE8-A3B5-52D6B09A0FC4}" dt="2025-11-21T12:52:13.384" v="4506" actId="20577"/>
          <ac:spMkLst>
            <pc:docMk/>
            <pc:sldMk cId="1643399994" sldId="267"/>
            <ac:spMk id="2" creationId="{894C96D1-277C-3F72-F7B8-32FD2BCADCF5}"/>
          </ac:spMkLst>
        </pc:spChg>
        <pc:spChg chg="mod">
          <ac:chgData name="Nico Vermeir" userId="5a345bb15e973473" providerId="LiveId" clId="{5813E223-CC47-4BE8-A3B5-52D6B09A0FC4}" dt="2025-11-21T14:10:00.165" v="4609" actId="20577"/>
          <ac:spMkLst>
            <pc:docMk/>
            <pc:sldMk cId="1643399994" sldId="267"/>
            <ac:spMk id="3" creationId="{7C8E11B3-0FF5-6DA9-61E7-0B9547E5B5B5}"/>
          </ac:spMkLst>
        </pc:spChg>
      </pc:sldChg>
      <pc:sldChg chg="addSp modSp new mod modNotesTx">
        <pc:chgData name="Nico Vermeir" userId="5a345bb15e973473" providerId="LiveId" clId="{5813E223-CC47-4BE8-A3B5-52D6B09A0FC4}" dt="2025-11-10T13:21:06.840" v="2775" actId="1076"/>
        <pc:sldMkLst>
          <pc:docMk/>
          <pc:sldMk cId="2045321017" sldId="269"/>
        </pc:sldMkLst>
        <pc:spChg chg="mod">
          <ac:chgData name="Nico Vermeir" userId="5a345bb15e973473" providerId="LiveId" clId="{5813E223-CC47-4BE8-A3B5-52D6B09A0FC4}" dt="2025-11-10T10:28:11.426" v="2386" actId="20577"/>
          <ac:spMkLst>
            <pc:docMk/>
            <pc:sldMk cId="2045321017" sldId="269"/>
            <ac:spMk id="2" creationId="{C1B93E61-3E24-4DD4-E015-8C92B1BB70A5}"/>
          </ac:spMkLst>
        </pc:spChg>
        <pc:spChg chg="mod">
          <ac:chgData name="Nico Vermeir" userId="5a345bb15e973473" providerId="LiveId" clId="{5813E223-CC47-4BE8-A3B5-52D6B09A0FC4}" dt="2025-11-10T13:19:42.430" v="2742" actId="14100"/>
          <ac:spMkLst>
            <pc:docMk/>
            <pc:sldMk cId="2045321017" sldId="269"/>
            <ac:spMk id="3" creationId="{00AC0CDA-F16F-8957-8F42-A754437EAE55}"/>
          </ac:spMkLst>
        </pc:spChg>
        <pc:spChg chg="add mod">
          <ac:chgData name="Nico Vermeir" userId="5a345bb15e973473" providerId="LiveId" clId="{5813E223-CC47-4BE8-A3B5-52D6B09A0FC4}" dt="2025-11-10T13:21:06.840" v="2775" actId="1076"/>
          <ac:spMkLst>
            <pc:docMk/>
            <pc:sldMk cId="2045321017" sldId="269"/>
            <ac:spMk id="4" creationId="{EEEBF32C-84E0-CEBA-1857-4B884843E8ED}"/>
          </ac:spMkLst>
        </pc:spChg>
      </pc:sldChg>
      <pc:sldChg chg="delSp modSp add mod modNotesTx">
        <pc:chgData name="Nico Vermeir" userId="5a345bb15e973473" providerId="LiveId" clId="{5813E223-CC47-4BE8-A3B5-52D6B09A0FC4}" dt="2025-11-10T13:42:33.279" v="3942" actId="20577"/>
        <pc:sldMkLst>
          <pc:docMk/>
          <pc:sldMk cId="4076320190" sldId="270"/>
        </pc:sldMkLst>
        <pc:spChg chg="mod">
          <ac:chgData name="Nico Vermeir" userId="5a345bb15e973473" providerId="LiveId" clId="{5813E223-CC47-4BE8-A3B5-52D6B09A0FC4}" dt="2025-11-10T13:40:40.283" v="3753" actId="20577"/>
          <ac:spMkLst>
            <pc:docMk/>
            <pc:sldMk cId="4076320190" sldId="270"/>
            <ac:spMk id="3" creationId="{34E5332E-8CB1-A885-2963-F72F4B2144B5}"/>
          </ac:spMkLst>
        </pc:spChg>
      </pc:sldChg>
      <pc:sldChg chg="addSp delSp modSp add mod modNotesTx">
        <pc:chgData name="Nico Vermeir" userId="5a345bb15e973473" providerId="LiveId" clId="{5813E223-CC47-4BE8-A3B5-52D6B09A0FC4}" dt="2025-11-24T12:07:55.616" v="4805" actId="20577"/>
        <pc:sldMkLst>
          <pc:docMk/>
          <pc:sldMk cId="1631185358" sldId="271"/>
        </pc:sldMkLst>
        <pc:spChg chg="mod">
          <ac:chgData name="Nico Vermeir" userId="5a345bb15e973473" providerId="LiveId" clId="{5813E223-CC47-4BE8-A3B5-52D6B09A0FC4}" dt="2025-11-10T14:51:50.257" v="4066" actId="20577"/>
          <ac:spMkLst>
            <pc:docMk/>
            <pc:sldMk cId="1631185358" sldId="271"/>
            <ac:spMk id="2" creationId="{31963726-AC0C-C6D9-52DC-9DE584CFCC14}"/>
          </ac:spMkLst>
        </pc:spChg>
        <pc:spChg chg="mod">
          <ac:chgData name="Nico Vermeir" userId="5a345bb15e973473" providerId="LiveId" clId="{5813E223-CC47-4BE8-A3B5-52D6B09A0FC4}" dt="2025-11-10T14:53:51.461" v="4281" actId="20577"/>
          <ac:spMkLst>
            <pc:docMk/>
            <pc:sldMk cId="1631185358" sldId="271"/>
            <ac:spMk id="3" creationId="{8C1ED946-89F0-3E8F-2E49-83558EAE7CDC}"/>
          </ac:spMkLst>
        </pc:spChg>
        <pc:spChg chg="add mod">
          <ac:chgData name="Nico Vermeir" userId="5a345bb15e973473" providerId="LiveId" clId="{5813E223-CC47-4BE8-A3B5-52D6B09A0FC4}" dt="2025-11-10T14:56:43.196" v="4450" actId="1076"/>
          <ac:spMkLst>
            <pc:docMk/>
            <pc:sldMk cId="1631185358" sldId="271"/>
            <ac:spMk id="5" creationId="{38EBADA5-6D08-01BA-EDAF-2EBF1F0FC755}"/>
          </ac:spMkLst>
        </pc:spChg>
      </pc:sldChg>
      <pc:sldChg chg="add">
        <pc:chgData name="Nico Vermeir" userId="5a345bb15e973473" providerId="LiveId" clId="{5813E223-CC47-4BE8-A3B5-52D6B09A0FC4}" dt="2025-11-21T14:11:22.230" v="4634"/>
        <pc:sldMkLst>
          <pc:docMk/>
          <pc:sldMk cId="3135335171" sldId="273"/>
        </pc:sldMkLst>
      </pc:sldChg>
      <pc:sldChg chg="addSp delSp modSp new mod">
        <pc:chgData name="Nico Vermeir" userId="5a345bb15e973473" providerId="LiveId" clId="{5813E223-CC47-4BE8-A3B5-52D6B09A0FC4}" dt="2025-11-21T14:15:50.014" v="4733" actId="13822"/>
        <pc:sldMkLst>
          <pc:docMk/>
          <pc:sldMk cId="2746899115" sldId="274"/>
        </pc:sldMkLst>
        <pc:spChg chg="mod">
          <ac:chgData name="Nico Vermeir" userId="5a345bb15e973473" providerId="LiveId" clId="{5813E223-CC47-4BE8-A3B5-52D6B09A0FC4}" dt="2025-11-21T14:13:11.068" v="4662" actId="20577"/>
          <ac:spMkLst>
            <pc:docMk/>
            <pc:sldMk cId="2746899115" sldId="274"/>
            <ac:spMk id="2" creationId="{DCB86CEB-AFAA-B92C-AF78-41CFA68FD69D}"/>
          </ac:spMkLst>
        </pc:spChg>
        <pc:spChg chg="add mod">
          <ac:chgData name="Nico Vermeir" userId="5a345bb15e973473" providerId="LiveId" clId="{5813E223-CC47-4BE8-A3B5-52D6B09A0FC4}" dt="2025-11-21T14:13:25.888" v="4671" actId="14100"/>
          <ac:spMkLst>
            <pc:docMk/>
            <pc:sldMk cId="2746899115" sldId="274"/>
            <ac:spMk id="4" creationId="{43214518-B2C6-48F7-87A0-CB1120F09119}"/>
          </ac:spMkLst>
        </pc:spChg>
        <pc:spChg chg="add mod">
          <ac:chgData name="Nico Vermeir" userId="5a345bb15e973473" providerId="LiveId" clId="{5813E223-CC47-4BE8-A3B5-52D6B09A0FC4}" dt="2025-11-21T14:13:36.115" v="4689" actId="13822"/>
          <ac:spMkLst>
            <pc:docMk/>
            <pc:sldMk cId="2746899115" sldId="274"/>
            <ac:spMk id="5" creationId="{E289349D-3F62-F69A-03FA-C9F731ACAC4C}"/>
          </ac:spMkLst>
        </pc:spChg>
        <pc:spChg chg="add mod">
          <ac:chgData name="Nico Vermeir" userId="5a345bb15e973473" providerId="LiveId" clId="{5813E223-CC47-4BE8-A3B5-52D6B09A0FC4}" dt="2025-11-21T14:13:48.773" v="4699" actId="13822"/>
          <ac:spMkLst>
            <pc:docMk/>
            <pc:sldMk cId="2746899115" sldId="274"/>
            <ac:spMk id="6" creationId="{1AF39A58-B537-256C-C72A-62067C960D07}"/>
          </ac:spMkLst>
        </pc:spChg>
        <pc:spChg chg="add mod">
          <ac:chgData name="Nico Vermeir" userId="5a345bb15e973473" providerId="LiveId" clId="{5813E223-CC47-4BE8-A3B5-52D6B09A0FC4}" dt="2025-11-21T14:15:24.603" v="4721" actId="1076"/>
          <ac:spMkLst>
            <pc:docMk/>
            <pc:sldMk cId="2746899115" sldId="274"/>
            <ac:spMk id="15" creationId="{AB4485B3-F016-D8B6-A9C2-CE4B4E9DFC3D}"/>
          </ac:spMkLst>
        </pc:spChg>
        <pc:spChg chg="add mod">
          <ac:chgData name="Nico Vermeir" userId="5a345bb15e973473" providerId="LiveId" clId="{5813E223-CC47-4BE8-A3B5-52D6B09A0FC4}" dt="2025-11-21T14:15:40.327" v="4731" actId="1076"/>
          <ac:spMkLst>
            <pc:docMk/>
            <pc:sldMk cId="2746899115" sldId="274"/>
            <ac:spMk id="16" creationId="{6E2D099C-2288-9377-0AFE-13EA34DA4CF2}"/>
          </ac:spMkLst>
        </pc:spChg>
        <pc:spChg chg="add mod">
          <ac:chgData name="Nico Vermeir" userId="5a345bb15e973473" providerId="LiveId" clId="{5813E223-CC47-4BE8-A3B5-52D6B09A0FC4}" dt="2025-11-21T14:15:50.014" v="4733" actId="13822"/>
          <ac:spMkLst>
            <pc:docMk/>
            <pc:sldMk cId="2746899115" sldId="274"/>
            <ac:spMk id="17" creationId="{227F28CF-A738-A31C-4095-12889CC412DD}"/>
          </ac:spMkLst>
        </pc:spChg>
        <pc:cxnChg chg="add mod">
          <ac:chgData name="Nico Vermeir" userId="5a345bb15e973473" providerId="LiveId" clId="{5813E223-CC47-4BE8-A3B5-52D6B09A0FC4}" dt="2025-11-21T14:14:22.347" v="4705" actId="693"/>
          <ac:cxnSpMkLst>
            <pc:docMk/>
            <pc:sldMk cId="2746899115" sldId="274"/>
            <ac:cxnSpMk id="8" creationId="{0360C06C-CF75-E79A-AB4A-2990C3AA5815}"/>
          </ac:cxnSpMkLst>
        </pc:cxnChg>
        <pc:cxnChg chg="add mod">
          <ac:chgData name="Nico Vermeir" userId="5a345bb15e973473" providerId="LiveId" clId="{5813E223-CC47-4BE8-A3B5-52D6B09A0FC4}" dt="2025-11-21T14:14:36.869" v="4712" actId="1076"/>
          <ac:cxnSpMkLst>
            <pc:docMk/>
            <pc:sldMk cId="2746899115" sldId="274"/>
            <ac:cxnSpMk id="9" creationId="{81A7FF70-3E78-790E-8246-739F9A9D4374}"/>
          </ac:cxnSpMkLst>
        </pc:cxnChg>
        <pc:cxnChg chg="add mod">
          <ac:chgData name="Nico Vermeir" userId="5a345bb15e973473" providerId="LiveId" clId="{5813E223-CC47-4BE8-A3B5-52D6B09A0FC4}" dt="2025-11-21T14:14:41.420" v="4714" actId="1076"/>
          <ac:cxnSpMkLst>
            <pc:docMk/>
            <pc:sldMk cId="2746899115" sldId="274"/>
            <ac:cxnSpMk id="12" creationId="{EE9D044C-47BA-E27E-FC24-620057BEF64F}"/>
          </ac:cxnSpMkLst>
        </pc:cxnChg>
      </pc:sldChg>
      <pc:sldChg chg="addSp modSp add mod">
        <pc:chgData name="Nico Vermeir" userId="5a345bb15e973473" providerId="LiveId" clId="{5813E223-CC47-4BE8-A3B5-52D6B09A0FC4}" dt="2025-11-21T14:59:56.168" v="4742" actId="14100"/>
        <pc:sldMkLst>
          <pc:docMk/>
          <pc:sldMk cId="2167746674" sldId="275"/>
        </pc:sldMkLst>
        <pc:spChg chg="mod">
          <ac:chgData name="Nico Vermeir" userId="5a345bb15e973473" providerId="LiveId" clId="{5813E223-CC47-4BE8-A3B5-52D6B09A0FC4}" dt="2025-11-21T14:59:28.518" v="4735" actId="207"/>
          <ac:spMkLst>
            <pc:docMk/>
            <pc:sldMk cId="2167746674" sldId="275"/>
            <ac:spMk id="17" creationId="{AA7B7AF0-2B18-B098-C435-FA54C4D42E6D}"/>
          </ac:spMkLst>
        </pc:spChg>
        <pc:cxnChg chg="add mod">
          <ac:chgData name="Nico Vermeir" userId="5a345bb15e973473" providerId="LiveId" clId="{5813E223-CC47-4BE8-A3B5-52D6B09A0FC4}" dt="2025-11-21T14:59:43.356" v="4738" actId="1582"/>
          <ac:cxnSpMkLst>
            <pc:docMk/>
            <pc:sldMk cId="2167746674" sldId="275"/>
            <ac:cxnSpMk id="7" creationId="{7D696052-A799-D6E3-BFB9-9EC0CCF2476C}"/>
          </ac:cxnSpMkLst>
        </pc:cxnChg>
        <pc:cxnChg chg="add mod">
          <ac:chgData name="Nico Vermeir" userId="5a345bb15e973473" providerId="LiveId" clId="{5813E223-CC47-4BE8-A3B5-52D6B09A0FC4}" dt="2025-11-21T14:59:56.168" v="4742" actId="14100"/>
          <ac:cxnSpMkLst>
            <pc:docMk/>
            <pc:sldMk cId="2167746674" sldId="275"/>
            <ac:cxnSpMk id="10" creationId="{6C793F8D-F443-FE00-7950-36E61C9FE767}"/>
          </ac:cxnSpMkLst>
        </pc:cxnChg>
      </pc:sldChg>
      <pc:sldChg chg="addSp delSp modSp new mod modClrScheme chgLayout modNotesTx">
        <pc:chgData name="Nico Vermeir" userId="5a345bb15e973473" providerId="LiveId" clId="{5813E223-CC47-4BE8-A3B5-52D6B09A0FC4}" dt="2025-11-24T12:05:11.615" v="4784" actId="20577"/>
        <pc:sldMkLst>
          <pc:docMk/>
          <pc:sldMk cId="1894260014" sldId="276"/>
        </pc:sldMkLst>
        <pc:spChg chg="add mod ord">
          <ac:chgData name="Nico Vermeir" userId="5a345bb15e973473" providerId="LiveId" clId="{5813E223-CC47-4BE8-A3B5-52D6B09A0FC4}" dt="2025-11-24T12:04:58.544" v="4754" actId="20577"/>
          <ac:spMkLst>
            <pc:docMk/>
            <pc:sldMk cId="1894260014" sldId="276"/>
            <ac:spMk id="4" creationId="{E7C42332-FBF3-7831-98E4-16EB1DE19241}"/>
          </ac:spMkLst>
        </pc:spChg>
        <pc:spChg chg="add mod ord">
          <ac:chgData name="Nico Vermeir" userId="5a345bb15e973473" providerId="LiveId" clId="{5813E223-CC47-4BE8-A3B5-52D6B09A0FC4}" dt="2025-11-24T12:04:56.652" v="4750" actId="700"/>
          <ac:spMkLst>
            <pc:docMk/>
            <pc:sldMk cId="1894260014" sldId="276"/>
            <ac:spMk id="5" creationId="{B01EFD21-2EAC-BEDF-63AD-A653A9973B5F}"/>
          </ac:spMkLst>
        </pc:spChg>
      </pc:sldChg>
      <pc:sldChg chg="addSp delSp modSp new mod modClrScheme chgLayout modNotesTx">
        <pc:chgData name="Nico Vermeir" userId="5a345bb15e973473" providerId="LiveId" clId="{5813E223-CC47-4BE8-A3B5-52D6B09A0FC4}" dt="2025-11-24T12:07:16.918" v="4804" actId="20577"/>
        <pc:sldMkLst>
          <pc:docMk/>
          <pc:sldMk cId="723944966" sldId="277"/>
        </pc:sldMkLst>
        <pc:spChg chg="add mod ord">
          <ac:chgData name="Nico Vermeir" userId="5a345bb15e973473" providerId="LiveId" clId="{5813E223-CC47-4BE8-A3B5-52D6B09A0FC4}" dt="2025-11-24T12:07:12.808" v="4790" actId="20577"/>
          <ac:spMkLst>
            <pc:docMk/>
            <pc:sldMk cId="723944966" sldId="277"/>
            <ac:spMk id="4" creationId="{FD291075-7324-61B6-C500-B00385D01BB3}"/>
          </ac:spMkLst>
        </pc:spChg>
        <pc:spChg chg="add mod ord">
          <ac:chgData name="Nico Vermeir" userId="5a345bb15e973473" providerId="LiveId" clId="{5813E223-CC47-4BE8-A3B5-52D6B09A0FC4}" dt="2025-11-24T12:07:10.759" v="4786" actId="700"/>
          <ac:spMkLst>
            <pc:docMk/>
            <pc:sldMk cId="723944966" sldId="277"/>
            <ac:spMk id="5" creationId="{5B66BB0F-8BBF-1B9E-18D9-DCE61FA09D92}"/>
          </ac:spMkLst>
        </pc:spChg>
      </pc:sldChg>
      <pc:sldChg chg="addSp delSp modSp new mod modClrScheme chgLayout">
        <pc:chgData name="Nico Vermeir" userId="5a345bb15e973473" providerId="LiveId" clId="{5813E223-CC47-4BE8-A3B5-52D6B09A0FC4}" dt="2025-11-24T12:08:58.055" v="4811" actId="20577"/>
        <pc:sldMkLst>
          <pc:docMk/>
          <pc:sldMk cId="882016606" sldId="278"/>
        </pc:sldMkLst>
        <pc:spChg chg="add mod ord">
          <ac:chgData name="Nico Vermeir" userId="5a345bb15e973473" providerId="LiveId" clId="{5813E223-CC47-4BE8-A3B5-52D6B09A0FC4}" dt="2025-11-24T12:08:58.055" v="4811" actId="20577"/>
          <ac:spMkLst>
            <pc:docMk/>
            <pc:sldMk cId="882016606" sldId="278"/>
            <ac:spMk id="4" creationId="{20BEBA85-E639-0BA2-3DFF-9D5742E543BD}"/>
          </ac:spMkLst>
        </pc:spChg>
        <pc:spChg chg="add mod ord">
          <ac:chgData name="Nico Vermeir" userId="5a345bb15e973473" providerId="LiveId" clId="{5813E223-CC47-4BE8-A3B5-52D6B09A0FC4}" dt="2025-11-24T12:08:56.175" v="4807" actId="700"/>
          <ac:spMkLst>
            <pc:docMk/>
            <pc:sldMk cId="882016606" sldId="278"/>
            <ac:spMk id="5" creationId="{F7F24346-5D04-BD53-5BC3-DC400AE58881}"/>
          </ac:spMkLst>
        </pc:spChg>
      </pc:sldChg>
      <pc:sldChg chg="addSp delSp modSp add mod setBg delDesignElem">
        <pc:chgData name="Nico Vermeir" userId="5a345bb15e973473" providerId="LiveId" clId="{5813E223-CC47-4BE8-A3B5-52D6B09A0FC4}" dt="2025-11-24T12:18:36.019" v="4826" actId="1076"/>
        <pc:sldMkLst>
          <pc:docMk/>
          <pc:sldMk cId="1124285930" sldId="279"/>
        </pc:sldMkLst>
        <pc:spChg chg="mod">
          <ac:chgData name="Nico Vermeir" userId="5a345bb15e973473" providerId="LiveId" clId="{5813E223-CC47-4BE8-A3B5-52D6B09A0FC4}" dt="2025-11-24T12:17:25.255" v="4819" actId="1076"/>
          <ac:spMkLst>
            <pc:docMk/>
            <pc:sldMk cId="1124285930" sldId="279"/>
            <ac:spMk id="2" creationId="{891D072E-D582-0BF9-A803-CE16D9ADDEEE}"/>
          </ac:spMkLst>
        </pc:spChg>
        <pc:spChg chg="mod">
          <ac:chgData name="Nico Vermeir" userId="5a345bb15e973473" providerId="LiveId" clId="{5813E223-CC47-4BE8-A3B5-52D6B09A0FC4}" dt="2025-11-24T12:17:29.910" v="4820" actId="1076"/>
          <ac:spMkLst>
            <pc:docMk/>
            <pc:sldMk cId="1124285930" sldId="279"/>
            <ac:spMk id="3" creationId="{606208BF-30EA-AD14-2BA0-D3623EB78A79}"/>
          </ac:spMkLst>
        </pc:spChg>
        <pc:picChg chg="add mod modCrop">
          <ac:chgData name="Nico Vermeir" userId="5a345bb15e973473" providerId="LiveId" clId="{5813E223-CC47-4BE8-A3B5-52D6B09A0FC4}" dt="2025-11-24T12:18:36.019" v="4826" actId="1076"/>
          <ac:picMkLst>
            <pc:docMk/>
            <pc:sldMk cId="1124285930" sldId="279"/>
            <ac:picMk id="6" creationId="{1DAE0C9B-EF97-AC4A-3AB9-BF9B5F2BA114}"/>
          </ac:picMkLst>
        </pc:picChg>
      </pc:sldChg>
      <pc:sldChg chg="addSp delSp modSp new mod">
        <pc:chgData name="Nico Vermeir" userId="5a345bb15e973473" providerId="LiveId" clId="{5813E223-CC47-4BE8-A3B5-52D6B09A0FC4}" dt="2025-12-04T12:51:50.160" v="4868" actId="1076"/>
        <pc:sldMkLst>
          <pc:docMk/>
          <pc:sldMk cId="4103330387" sldId="280"/>
        </pc:sldMkLst>
        <pc:spChg chg="mod">
          <ac:chgData name="Nico Vermeir" userId="5a345bb15e973473" providerId="LiveId" clId="{5813E223-CC47-4BE8-A3B5-52D6B09A0FC4}" dt="2025-12-04T12:51:04.767" v="4853" actId="20577"/>
          <ac:spMkLst>
            <pc:docMk/>
            <pc:sldMk cId="4103330387" sldId="280"/>
            <ac:spMk id="2" creationId="{1C46873E-62B7-A08C-815C-545FB677152C}"/>
          </ac:spMkLst>
        </pc:spChg>
        <pc:spChg chg="del">
          <ac:chgData name="Nico Vermeir" userId="5a345bb15e973473" providerId="LiveId" clId="{5813E223-CC47-4BE8-A3B5-52D6B09A0FC4}" dt="2025-12-04T12:51:07.586" v="4854" actId="478"/>
          <ac:spMkLst>
            <pc:docMk/>
            <pc:sldMk cId="4103330387" sldId="280"/>
            <ac:spMk id="3" creationId="{3B8C02BE-2713-D0F5-0BAB-DD693353A38B}"/>
          </ac:spMkLst>
        </pc:spChg>
        <pc:spChg chg="add mod">
          <ac:chgData name="Nico Vermeir" userId="5a345bb15e973473" providerId="LiveId" clId="{5813E223-CC47-4BE8-A3B5-52D6B09A0FC4}" dt="2025-12-04T12:51:50.160" v="4868" actId="1076"/>
          <ac:spMkLst>
            <pc:docMk/>
            <pc:sldMk cId="4103330387" sldId="280"/>
            <ac:spMk id="6" creationId="{22D32074-61DC-506D-A4CB-9AB9F9544D3A}"/>
          </ac:spMkLst>
        </pc:spChg>
        <pc:picChg chg="add mod">
          <ac:chgData name="Nico Vermeir" userId="5a345bb15e973473" providerId="LiveId" clId="{5813E223-CC47-4BE8-A3B5-52D6B09A0FC4}" dt="2025-12-04T12:51:15.405" v="4860" actId="1076"/>
          <ac:picMkLst>
            <pc:docMk/>
            <pc:sldMk cId="4103330387" sldId="280"/>
            <ac:picMk id="5" creationId="{8B53A53D-15FF-2E81-4246-78AC310644F4}"/>
          </ac:picMkLst>
        </pc:picChg>
      </pc:sldChg>
      <pc:sldMasterChg chg="modSldLayout">
        <pc:chgData name="Nico Vermeir" userId="5a345bb15e973473" providerId="LiveId" clId="{5813E223-CC47-4BE8-A3B5-52D6B09A0FC4}" dt="2025-11-10T07:04:42.803" v="556" actId="207"/>
        <pc:sldMasterMkLst>
          <pc:docMk/>
          <pc:sldMasterMk cId="1761626663" sldId="2147483648"/>
        </pc:sldMasterMkLst>
        <pc:sldLayoutChg chg="modSp mod setBg">
          <pc:chgData name="Nico Vermeir" userId="5a345bb15e973473" providerId="LiveId" clId="{5813E223-CC47-4BE8-A3B5-52D6B09A0FC4}" dt="2025-11-10T07:02:53.297" v="525" actId="207"/>
          <pc:sldLayoutMkLst>
            <pc:docMk/>
            <pc:sldMasterMk cId="1761626663" sldId="2147483648"/>
            <pc:sldLayoutMk cId="3816469751" sldId="2147483650"/>
          </pc:sldLayoutMkLst>
          <pc:spChg chg="mod">
            <ac:chgData name="Nico Vermeir" userId="5a345bb15e973473" providerId="LiveId" clId="{5813E223-CC47-4BE8-A3B5-52D6B09A0FC4}" dt="2025-11-10T07:02:48.430" v="524" actId="207"/>
            <ac:spMkLst>
              <pc:docMk/>
              <pc:sldMasterMk cId="1761626663" sldId="2147483648"/>
              <pc:sldLayoutMk cId="3816469751" sldId="2147483650"/>
              <ac:spMk id="2" creationId="{FD702BF9-8746-F4D4-FB1A-82E910B987BC}"/>
            </ac:spMkLst>
          </pc:spChg>
          <pc:spChg chg="mod">
            <ac:chgData name="Nico Vermeir" userId="5a345bb15e973473" providerId="LiveId" clId="{5813E223-CC47-4BE8-A3B5-52D6B09A0FC4}" dt="2025-11-10T07:02:53.297" v="525" actId="207"/>
            <ac:spMkLst>
              <pc:docMk/>
              <pc:sldMasterMk cId="1761626663" sldId="2147483648"/>
              <pc:sldLayoutMk cId="3816469751" sldId="2147483650"/>
              <ac:spMk id="3" creationId="{5F5642FC-177C-7F7E-8017-36E57C3574A8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3:06.322" v="529" actId="207"/>
          <pc:sldLayoutMkLst>
            <pc:docMk/>
            <pc:sldMasterMk cId="1761626663" sldId="2147483648"/>
            <pc:sldLayoutMk cId="1533162595" sldId="2147483651"/>
          </pc:sldLayoutMkLst>
          <pc:spChg chg="mod">
            <ac:chgData name="Nico Vermeir" userId="5a345bb15e973473" providerId="LiveId" clId="{5813E223-CC47-4BE8-A3B5-52D6B09A0FC4}" dt="2025-11-10T07:03:01.201" v="527" actId="207"/>
            <ac:spMkLst>
              <pc:docMk/>
              <pc:sldMasterMk cId="1761626663" sldId="2147483648"/>
              <pc:sldLayoutMk cId="1533162595" sldId="2147483651"/>
              <ac:spMk id="2" creationId="{49226E77-D5F6-BBC9-961C-4C87E16B0002}"/>
            </ac:spMkLst>
          </pc:spChg>
          <pc:spChg chg="mod">
            <ac:chgData name="Nico Vermeir" userId="5a345bb15e973473" providerId="LiveId" clId="{5813E223-CC47-4BE8-A3B5-52D6B09A0FC4}" dt="2025-11-10T07:03:06.322" v="529" actId="207"/>
            <ac:spMkLst>
              <pc:docMk/>
              <pc:sldMasterMk cId="1761626663" sldId="2147483648"/>
              <pc:sldLayoutMk cId="1533162595" sldId="2147483651"/>
              <ac:spMk id="3" creationId="{C07FC288-5A11-633F-63D8-E77362DC15F4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3:24.131" v="533" actId="207"/>
          <pc:sldLayoutMkLst>
            <pc:docMk/>
            <pc:sldMasterMk cId="1761626663" sldId="2147483648"/>
            <pc:sldLayoutMk cId="1698707776" sldId="2147483652"/>
          </pc:sldLayoutMkLst>
          <pc:spChg chg="mod">
            <ac:chgData name="Nico Vermeir" userId="5a345bb15e973473" providerId="LiveId" clId="{5813E223-CC47-4BE8-A3B5-52D6B09A0FC4}" dt="2025-11-10T07:03:17.945" v="531" actId="207"/>
            <ac:spMkLst>
              <pc:docMk/>
              <pc:sldMasterMk cId="1761626663" sldId="2147483648"/>
              <pc:sldLayoutMk cId="1698707776" sldId="2147483652"/>
              <ac:spMk id="2" creationId="{854A2EB4-8993-2AFD-47CC-37D370B71A30}"/>
            </ac:spMkLst>
          </pc:spChg>
          <pc:spChg chg="mod">
            <ac:chgData name="Nico Vermeir" userId="5a345bb15e973473" providerId="LiveId" clId="{5813E223-CC47-4BE8-A3B5-52D6B09A0FC4}" dt="2025-11-10T07:03:21.641" v="532" actId="207"/>
            <ac:spMkLst>
              <pc:docMk/>
              <pc:sldMasterMk cId="1761626663" sldId="2147483648"/>
              <pc:sldLayoutMk cId="1698707776" sldId="2147483652"/>
              <ac:spMk id="3" creationId="{D5039E0E-4D37-8125-E4A7-53521E11D9FF}"/>
            </ac:spMkLst>
          </pc:spChg>
          <pc:spChg chg="mod">
            <ac:chgData name="Nico Vermeir" userId="5a345bb15e973473" providerId="LiveId" clId="{5813E223-CC47-4BE8-A3B5-52D6B09A0FC4}" dt="2025-11-10T07:03:24.131" v="533" actId="207"/>
            <ac:spMkLst>
              <pc:docMk/>
              <pc:sldMasterMk cId="1761626663" sldId="2147483648"/>
              <pc:sldLayoutMk cId="1698707776" sldId="2147483652"/>
              <ac:spMk id="4" creationId="{025EA1EC-8E4B-6CFB-2FD3-CC7BFC64FEF1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3:47.244" v="540" actId="207"/>
          <pc:sldLayoutMkLst>
            <pc:docMk/>
            <pc:sldMasterMk cId="1761626663" sldId="2147483648"/>
            <pc:sldLayoutMk cId="3983973551" sldId="2147483653"/>
          </pc:sldLayoutMkLst>
          <pc:spChg chg="mod">
            <ac:chgData name="Nico Vermeir" userId="5a345bb15e973473" providerId="LiveId" clId="{5813E223-CC47-4BE8-A3B5-52D6B09A0FC4}" dt="2025-11-10T07:03:47.244" v="540" actId="207"/>
            <ac:spMkLst>
              <pc:docMk/>
              <pc:sldMasterMk cId="1761626663" sldId="2147483648"/>
              <pc:sldLayoutMk cId="3983973551" sldId="2147483653"/>
              <ac:spMk id="2" creationId="{DF54400C-3D13-3E96-430F-E0473B94FC7F}"/>
            </ac:spMkLst>
          </pc:spChg>
          <pc:spChg chg="mod">
            <ac:chgData name="Nico Vermeir" userId="5a345bb15e973473" providerId="LiveId" clId="{5813E223-CC47-4BE8-A3B5-52D6B09A0FC4}" dt="2025-11-10T07:03:41.507" v="537" actId="207"/>
            <ac:spMkLst>
              <pc:docMk/>
              <pc:sldMasterMk cId="1761626663" sldId="2147483648"/>
              <pc:sldLayoutMk cId="3983973551" sldId="2147483653"/>
              <ac:spMk id="3" creationId="{F5E10C53-231B-8559-ACCE-6F45BF40E1A9}"/>
            </ac:spMkLst>
          </pc:spChg>
          <pc:spChg chg="mod">
            <ac:chgData name="Nico Vermeir" userId="5a345bb15e973473" providerId="LiveId" clId="{5813E223-CC47-4BE8-A3B5-52D6B09A0FC4}" dt="2025-11-10T07:03:39.446" v="536" actId="207"/>
            <ac:spMkLst>
              <pc:docMk/>
              <pc:sldMasterMk cId="1761626663" sldId="2147483648"/>
              <pc:sldLayoutMk cId="3983973551" sldId="2147483653"/>
              <ac:spMk id="4" creationId="{8C588B1E-8D13-6E5A-EDC2-2EE1E6AE6D51}"/>
            </ac:spMkLst>
          </pc:spChg>
          <pc:spChg chg="mod">
            <ac:chgData name="Nico Vermeir" userId="5a345bb15e973473" providerId="LiveId" clId="{5813E223-CC47-4BE8-A3B5-52D6B09A0FC4}" dt="2025-11-10T07:03:43.189" v="538" actId="207"/>
            <ac:spMkLst>
              <pc:docMk/>
              <pc:sldMasterMk cId="1761626663" sldId="2147483648"/>
              <pc:sldLayoutMk cId="3983973551" sldId="2147483653"/>
              <ac:spMk id="5" creationId="{9A70E3CD-750A-54A5-1306-B71A5C6A8B8A}"/>
            </ac:spMkLst>
          </pc:spChg>
          <pc:spChg chg="mod">
            <ac:chgData name="Nico Vermeir" userId="5a345bb15e973473" providerId="LiveId" clId="{5813E223-CC47-4BE8-A3B5-52D6B09A0FC4}" dt="2025-11-10T07:03:45.055" v="539" actId="207"/>
            <ac:spMkLst>
              <pc:docMk/>
              <pc:sldMasterMk cId="1761626663" sldId="2147483648"/>
              <pc:sldLayoutMk cId="3983973551" sldId="2147483653"/>
              <ac:spMk id="6" creationId="{33AD546E-1C1E-6631-D0F9-7AFCC1D6B70C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3:51.895" v="542" actId="207"/>
          <pc:sldLayoutMkLst>
            <pc:docMk/>
            <pc:sldMasterMk cId="1761626663" sldId="2147483648"/>
            <pc:sldLayoutMk cId="3489814924" sldId="2147483654"/>
          </pc:sldLayoutMkLst>
          <pc:spChg chg="mod">
            <ac:chgData name="Nico Vermeir" userId="5a345bb15e973473" providerId="LiveId" clId="{5813E223-CC47-4BE8-A3B5-52D6B09A0FC4}" dt="2025-11-10T07:03:51.895" v="542" actId="207"/>
            <ac:spMkLst>
              <pc:docMk/>
              <pc:sldMasterMk cId="1761626663" sldId="2147483648"/>
              <pc:sldLayoutMk cId="3489814924" sldId="2147483654"/>
              <ac:spMk id="2" creationId="{0CC6A916-3F3F-C53B-7663-91B777187F6A}"/>
            </ac:spMkLst>
          </pc:spChg>
        </pc:sldLayoutChg>
        <pc:sldLayoutChg chg="setBg">
          <pc:chgData name="Nico Vermeir" userId="5a345bb15e973473" providerId="LiveId" clId="{5813E223-CC47-4BE8-A3B5-52D6B09A0FC4}" dt="2025-11-10T07:03:56.052" v="543"/>
          <pc:sldLayoutMkLst>
            <pc:docMk/>
            <pc:sldMasterMk cId="1761626663" sldId="2147483648"/>
            <pc:sldLayoutMk cId="1599555226" sldId="2147483655"/>
          </pc:sldLayoutMkLst>
        </pc:sldLayoutChg>
        <pc:sldLayoutChg chg="modSp mod setBg">
          <pc:chgData name="Nico Vermeir" userId="5a345bb15e973473" providerId="LiveId" clId="{5813E223-CC47-4BE8-A3B5-52D6B09A0FC4}" dt="2025-11-10T07:04:08.260" v="547" actId="207"/>
          <pc:sldLayoutMkLst>
            <pc:docMk/>
            <pc:sldMasterMk cId="1761626663" sldId="2147483648"/>
            <pc:sldLayoutMk cId="415292210" sldId="2147483656"/>
          </pc:sldLayoutMkLst>
          <pc:spChg chg="mod">
            <ac:chgData name="Nico Vermeir" userId="5a345bb15e973473" providerId="LiveId" clId="{5813E223-CC47-4BE8-A3B5-52D6B09A0FC4}" dt="2025-11-10T07:04:03.191" v="545" actId="207"/>
            <ac:spMkLst>
              <pc:docMk/>
              <pc:sldMasterMk cId="1761626663" sldId="2147483648"/>
              <pc:sldLayoutMk cId="415292210" sldId="2147483656"/>
              <ac:spMk id="2" creationId="{03496EFA-C457-C5AC-F8C2-A267AA424AF2}"/>
            </ac:spMkLst>
          </pc:spChg>
          <pc:spChg chg="mod">
            <ac:chgData name="Nico Vermeir" userId="5a345bb15e973473" providerId="LiveId" clId="{5813E223-CC47-4BE8-A3B5-52D6B09A0FC4}" dt="2025-11-10T07:04:08.260" v="547" actId="207"/>
            <ac:spMkLst>
              <pc:docMk/>
              <pc:sldMasterMk cId="1761626663" sldId="2147483648"/>
              <pc:sldLayoutMk cId="415292210" sldId="2147483656"/>
              <ac:spMk id="3" creationId="{8BEA13EC-4C79-CF53-8A9C-A2D9110BD3EE}"/>
            </ac:spMkLst>
          </pc:spChg>
          <pc:spChg chg="mod">
            <ac:chgData name="Nico Vermeir" userId="5a345bb15e973473" providerId="LiveId" clId="{5813E223-CC47-4BE8-A3B5-52D6B09A0FC4}" dt="2025-11-10T07:04:06.747" v="546" actId="207"/>
            <ac:spMkLst>
              <pc:docMk/>
              <pc:sldMasterMk cId="1761626663" sldId="2147483648"/>
              <pc:sldLayoutMk cId="415292210" sldId="2147483656"/>
              <ac:spMk id="4" creationId="{B7681F6B-4D5A-FE76-BBCE-8800D6173101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4:19.140" v="550" actId="207"/>
          <pc:sldLayoutMkLst>
            <pc:docMk/>
            <pc:sldMasterMk cId="1761626663" sldId="2147483648"/>
            <pc:sldLayoutMk cId="934334689" sldId="2147483657"/>
          </pc:sldLayoutMkLst>
          <pc:spChg chg="mod">
            <ac:chgData name="Nico Vermeir" userId="5a345bb15e973473" providerId="LiveId" clId="{5813E223-CC47-4BE8-A3B5-52D6B09A0FC4}" dt="2025-11-10T07:04:19.140" v="550" actId="207"/>
            <ac:spMkLst>
              <pc:docMk/>
              <pc:sldMasterMk cId="1761626663" sldId="2147483648"/>
              <pc:sldLayoutMk cId="934334689" sldId="2147483657"/>
              <ac:spMk id="2" creationId="{323D154F-7D11-158D-32D5-297F03E4360B}"/>
            </ac:spMkLst>
          </pc:spChg>
          <pc:spChg chg="mod">
            <ac:chgData name="Nico Vermeir" userId="5a345bb15e973473" providerId="LiveId" clId="{5813E223-CC47-4BE8-A3B5-52D6B09A0FC4}" dt="2025-11-10T07:04:16.465" v="549" actId="207"/>
            <ac:spMkLst>
              <pc:docMk/>
              <pc:sldMasterMk cId="1761626663" sldId="2147483648"/>
              <pc:sldLayoutMk cId="934334689" sldId="2147483657"/>
              <ac:spMk id="4" creationId="{1B3DF8E2-0666-4A55-6F30-5E44F4DFC705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4:33.009" v="553" actId="207"/>
          <pc:sldLayoutMkLst>
            <pc:docMk/>
            <pc:sldMasterMk cId="1761626663" sldId="2147483648"/>
            <pc:sldLayoutMk cId="4287109902" sldId="2147483658"/>
          </pc:sldLayoutMkLst>
          <pc:spChg chg="mod">
            <ac:chgData name="Nico Vermeir" userId="5a345bb15e973473" providerId="LiveId" clId="{5813E223-CC47-4BE8-A3B5-52D6B09A0FC4}" dt="2025-11-10T07:04:29.662" v="552" actId="207"/>
            <ac:spMkLst>
              <pc:docMk/>
              <pc:sldMasterMk cId="1761626663" sldId="2147483648"/>
              <pc:sldLayoutMk cId="4287109902" sldId="2147483658"/>
              <ac:spMk id="2" creationId="{935713D3-DEDC-A940-6F61-717710A0B9CA}"/>
            </ac:spMkLst>
          </pc:spChg>
          <pc:spChg chg="mod">
            <ac:chgData name="Nico Vermeir" userId="5a345bb15e973473" providerId="LiveId" clId="{5813E223-CC47-4BE8-A3B5-52D6B09A0FC4}" dt="2025-11-10T07:04:33.009" v="553" actId="207"/>
            <ac:spMkLst>
              <pc:docMk/>
              <pc:sldMasterMk cId="1761626663" sldId="2147483648"/>
              <pc:sldLayoutMk cId="4287109902" sldId="2147483658"/>
              <ac:spMk id="3" creationId="{6D446DAC-D880-52D3-A287-00DEADECDBBA}"/>
            </ac:spMkLst>
          </pc:spChg>
        </pc:sldLayoutChg>
        <pc:sldLayoutChg chg="modSp mod setBg">
          <pc:chgData name="Nico Vermeir" userId="5a345bb15e973473" providerId="LiveId" clId="{5813E223-CC47-4BE8-A3B5-52D6B09A0FC4}" dt="2025-11-10T07:04:42.803" v="556" actId="207"/>
          <pc:sldLayoutMkLst>
            <pc:docMk/>
            <pc:sldMasterMk cId="1761626663" sldId="2147483648"/>
            <pc:sldLayoutMk cId="608360030" sldId="2147483659"/>
          </pc:sldLayoutMkLst>
          <pc:spChg chg="mod">
            <ac:chgData name="Nico Vermeir" userId="5a345bb15e973473" providerId="LiveId" clId="{5813E223-CC47-4BE8-A3B5-52D6B09A0FC4}" dt="2025-11-10T07:04:42.803" v="556" actId="207"/>
            <ac:spMkLst>
              <pc:docMk/>
              <pc:sldMasterMk cId="1761626663" sldId="2147483648"/>
              <pc:sldLayoutMk cId="608360030" sldId="2147483659"/>
              <ac:spMk id="2" creationId="{BA85410C-E873-478F-A6E6-54EACA78CCA1}"/>
            </ac:spMkLst>
          </pc:spChg>
          <pc:spChg chg="mod">
            <ac:chgData name="Nico Vermeir" userId="5a345bb15e973473" providerId="LiveId" clId="{5813E223-CC47-4BE8-A3B5-52D6B09A0FC4}" dt="2025-11-10T07:04:39.884" v="555" actId="207"/>
            <ac:spMkLst>
              <pc:docMk/>
              <pc:sldMasterMk cId="1761626663" sldId="2147483648"/>
              <pc:sldLayoutMk cId="608360030" sldId="2147483659"/>
              <ac:spMk id="3" creationId="{4559B51D-FE1C-EE5C-DFFB-C537E20DFFB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1E5DE-E753-4C45-BD36-C08B1596C91C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5BF49-0F13-4B6D-8EB6-B61AC1FB492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623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net.http.httpclien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net.http.httpmessagehandler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en-us/dotnet/api/system.net.cookiecontainer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BE" dirty="0" err="1"/>
              <a:t>itfalls</a:t>
            </a:r>
            <a:r>
              <a:rPr lang="en-BE" dirty="0"/>
              <a:t>: socket exhaustion, </a:t>
            </a:r>
            <a:r>
              <a:rPr lang="en-BE" dirty="0" err="1"/>
              <a:t>dns</a:t>
            </a:r>
            <a:r>
              <a:rPr lang="en-BE" dirty="0"/>
              <a:t> staleness, no retries</a:t>
            </a:r>
          </a:p>
          <a:p>
            <a:endParaRPr lang="en-BE" dirty="0"/>
          </a:p>
          <a:p>
            <a:r>
              <a:rPr lang="en-GB" dirty="0"/>
              <a:t>This session isn’t about learning what </a:t>
            </a:r>
            <a:r>
              <a:rPr lang="en-GB" dirty="0" err="1"/>
              <a:t>HttpClient</a:t>
            </a:r>
            <a:r>
              <a:rPr lang="en-GB" dirty="0"/>
              <a:t> is—it’s about understanding why misuse can silently kill performance at scale, and how to harness it properly for resilient, high-performance systems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8734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ends HTTP requests and receives HTTP responses from a resource identified by a URI</a:t>
            </a:r>
            <a:endParaRPr lang="en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 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HttpClient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instance is a collection of settings that's applied to all requests executed by that instance</a:t>
            </a:r>
            <a:endParaRPr lang="en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 instance uses its own connection pool, which isolates its requests from others</a:t>
            </a:r>
            <a:endParaRPr lang="en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.NET 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 2.1 it’s </a:t>
            </a:r>
            <a:r>
              <a:rPr lang="en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SocketsHttpHandler</a:t>
            </a: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consistent behaviour across all platforms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75075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Do you know what happens under the hood?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03364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TCP</a:t>
            </a:r>
          </a:p>
          <a:p>
            <a:pPr marL="171450" indent="-171450">
              <a:buFontTx/>
              <a:buChar char="-"/>
            </a:pPr>
            <a:r>
              <a:rPr lang="en-BE" dirty="0"/>
              <a:t>Client sends SYN (synchronize sequence number, number that the segment of incoming data will start with)</a:t>
            </a:r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lang="en-BE" dirty="0" err="1"/>
              <a:t>erver</a:t>
            </a:r>
            <a:r>
              <a:rPr lang="en-BE" dirty="0"/>
              <a:t> responds SYN-ACK (acknowledgement of the syn)</a:t>
            </a:r>
          </a:p>
          <a:p>
            <a:pPr marL="171450" indent="-171450">
              <a:buFontTx/>
              <a:buChar char="-"/>
            </a:pPr>
            <a:r>
              <a:rPr lang="en-BE" dirty="0"/>
              <a:t>Client sends ACK (acknowledge </a:t>
            </a:r>
            <a:r>
              <a:rPr lang="en-BE"/>
              <a:t>server response)</a:t>
            </a:r>
            <a:endParaRPr lang="en-BE" dirty="0"/>
          </a:p>
          <a:p>
            <a:endParaRPr lang="en-BE" dirty="0"/>
          </a:p>
          <a:p>
            <a:r>
              <a:rPr lang="en-BE" dirty="0"/>
              <a:t>TLS</a:t>
            </a:r>
          </a:p>
          <a:p>
            <a:pPr marL="171450" indent="-171450">
              <a:buFontTx/>
              <a:buChar char="-"/>
            </a:pPr>
            <a:r>
              <a:rPr lang="en-US" dirty="0"/>
              <a:t>C</a:t>
            </a:r>
            <a:r>
              <a:rPr lang="en-BE" dirty="0" err="1"/>
              <a:t>lient</a:t>
            </a:r>
            <a:r>
              <a:rPr lang="en-BE" dirty="0"/>
              <a:t> send hello (</a:t>
            </a:r>
            <a:r>
              <a:rPr lang="en-BE" dirty="0" err="1"/>
              <a:t>tls</a:t>
            </a:r>
            <a:r>
              <a:rPr lang="en-BE" dirty="0"/>
              <a:t> version, cipher suite)</a:t>
            </a:r>
          </a:p>
          <a:p>
            <a:pPr marL="171450" indent="-171450">
              <a:buFontTx/>
              <a:buChar char="-"/>
            </a:pPr>
            <a:r>
              <a:rPr lang="en-BE" dirty="0"/>
              <a:t>Server replies with </a:t>
            </a:r>
            <a:r>
              <a:rPr lang="en-BE" dirty="0" err="1"/>
              <a:t>serverhello</a:t>
            </a:r>
            <a:r>
              <a:rPr lang="en-BE" dirty="0"/>
              <a:t> (highest </a:t>
            </a:r>
            <a:r>
              <a:rPr lang="en-BE" dirty="0" err="1"/>
              <a:t>tls</a:t>
            </a:r>
            <a:r>
              <a:rPr lang="en-BE" dirty="0"/>
              <a:t> version, cipher suite)</a:t>
            </a:r>
          </a:p>
          <a:p>
            <a:pPr marL="171450" indent="-171450">
              <a:buFontTx/>
              <a:buChar char="-"/>
            </a:pPr>
            <a:r>
              <a:rPr lang="en-BE" dirty="0"/>
              <a:t>Server sends digital cert</a:t>
            </a:r>
          </a:p>
          <a:p>
            <a:pPr marL="171450" indent="-171450">
              <a:buFontTx/>
              <a:buChar char="-"/>
            </a:pPr>
            <a:r>
              <a:rPr lang="en-BE" dirty="0"/>
              <a:t>Client validates cert and sends </a:t>
            </a:r>
            <a:r>
              <a:rPr lang="en-BE" dirty="0" err="1"/>
              <a:t>encr</a:t>
            </a:r>
            <a:r>
              <a:rPr lang="en-US" dirty="0" err="1"/>
              <a:t>yp</a:t>
            </a:r>
            <a:r>
              <a:rPr lang="en-BE" dirty="0"/>
              <a:t>ted premaster secret</a:t>
            </a:r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lang="en-BE" dirty="0" err="1"/>
              <a:t>erver</a:t>
            </a:r>
            <a:r>
              <a:rPr lang="en-BE" dirty="0"/>
              <a:t> decrypts premaster secret and sends session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4945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Encoding: </a:t>
            </a:r>
            <a:r>
              <a:rPr lang="en-BE" dirty="0" err="1"/>
              <a:t>HTTPClient</a:t>
            </a:r>
            <a:r>
              <a:rPr lang="en-BE" dirty="0"/>
              <a:t> does all the work for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0281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Until before </a:t>
            </a:r>
            <a:r>
              <a:rPr lang="en-BE" dirty="0" err="1"/>
              <a:t>HttpClientFactory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2236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BE" dirty="0" err="1"/>
              <a:t>lients</a:t>
            </a:r>
            <a:r>
              <a:rPr lang="en-BE" dirty="0"/>
              <a:t> created from a factory are short lived. The factory has a pool of message handlers that are assigned to new client instances, this reuse solves socket exhaustion</a:t>
            </a:r>
          </a:p>
          <a:p>
            <a:r>
              <a:rPr lang="en-US" dirty="0"/>
              <a:t>D</a:t>
            </a:r>
            <a:r>
              <a:rPr lang="en-BE" dirty="0" err="1"/>
              <a:t>efault</a:t>
            </a:r>
            <a:r>
              <a:rPr lang="en-BE" dirty="0"/>
              <a:t> timeout for </a:t>
            </a:r>
            <a:r>
              <a:rPr lang="en-BE" dirty="0" err="1"/>
              <a:t>messagehandler</a:t>
            </a:r>
            <a:r>
              <a:rPr lang="en-BE" dirty="0"/>
              <a:t> is 2 minutes</a:t>
            </a:r>
          </a:p>
          <a:p>
            <a:endParaRPr lang="en-BE" dirty="0"/>
          </a:p>
          <a:p>
            <a:r>
              <a:rPr lang="en-BE" b="1" dirty="0"/>
              <a:t>Cookies</a:t>
            </a:r>
            <a:r>
              <a:rPr lang="en-BE" dirty="0"/>
              <a:t>: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Pooling the </a:t>
            </a:r>
            <a:r>
              <a:rPr lang="en-GB" sz="1200" b="0" i="0" u="non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HttpMessageHandler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instances results in sharing of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CookieContainer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objects</a:t>
            </a:r>
            <a:endParaRPr lang="en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Unanticipated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CookieContainer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sharing might leak cookies between unrelated parts of the application</a:t>
            </a:r>
            <a:endParaRPr lang="en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52603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 err="1"/>
              <a:t>PooledConnectionLifetime</a:t>
            </a:r>
            <a:r>
              <a:rPr lang="en-BE" dirty="0"/>
              <a:t>: when a connection is automatically closed, and reopened on the next call</a:t>
            </a:r>
          </a:p>
          <a:p>
            <a:r>
              <a:rPr lang="en-US" dirty="0"/>
              <a:t>U</a:t>
            </a:r>
            <a:r>
              <a:rPr lang="en-BE" dirty="0"/>
              <a:t>sed for DNS updates for example. DNS only gets resolved on initial create and then cached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304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61178-58AD-386F-FDE4-30F72B98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3EEF3-41DE-6EB0-07B4-A99672917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29ED2-71C8-82CA-46A2-02DB8EEDD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BE" dirty="0" err="1"/>
              <a:t>ingletons</a:t>
            </a:r>
            <a:r>
              <a:rPr lang="en-BE" dirty="0"/>
              <a:t> make the clients generated by factory long lived.</a:t>
            </a:r>
          </a:p>
          <a:p>
            <a:r>
              <a:rPr lang="en-BE" dirty="0"/>
              <a:t>In singleton the </a:t>
            </a:r>
            <a:r>
              <a:rPr lang="en-BE" dirty="0" err="1"/>
              <a:t>httpclient</a:t>
            </a:r>
            <a:r>
              <a:rPr lang="en-BE" dirty="0"/>
              <a:t> instance is captured and becomes long lived, thus missing </a:t>
            </a:r>
            <a:r>
              <a:rPr lang="en-BE" dirty="0" err="1"/>
              <a:t>dns</a:t>
            </a:r>
            <a:r>
              <a:rPr lang="en-BE" dirty="0"/>
              <a:t>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B0486-E542-66BA-E72B-C26CAE08F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33983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Until handlers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8263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BE" dirty="0"/>
              <a:t>The client already exists and is doing work, changing its properties won’t do anything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H</a:t>
            </a:r>
            <a:r>
              <a:rPr lang="en-BE" dirty="0" err="1"/>
              <a:t>andlers</a:t>
            </a:r>
            <a:r>
              <a:rPr lang="en-BE" dirty="0"/>
              <a:t> are synchronous, parallel work will cause side-effects like race conditions or memory leaks</a:t>
            </a:r>
          </a:p>
          <a:p>
            <a:pPr marL="171450" indent="-171450">
              <a:buFontTx/>
              <a:buChar char="-"/>
            </a:pPr>
            <a:r>
              <a:rPr lang="en-BE" dirty="0" err="1"/>
              <a:t>JustEat</a:t>
            </a:r>
            <a:r>
              <a:rPr lang="en-BE" dirty="0"/>
              <a:t>: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intercepting HTTP requests made using the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</a:t>
            </a:r>
            <a:r>
              <a:rPr lang="en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stubbing in tests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5BF49-0F13-4B6D-8EB6-B61AC1FB492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995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B293-3291-E549-5F14-45FF4FB4A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5D1B0-4AFB-4BA3-4381-2E0F3271D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5FB7-2F6F-7473-2F80-6281F59B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684BE-508F-EF14-654D-FDEC6BAA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7E70-3AD8-329D-7366-F066BF8A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2574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2BF9-8746-F4D4-FB1A-82E910B987B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D1B2A"/>
          </a:solidFill>
        </p:spPr>
        <p:txBody>
          <a:bodyPr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642FC-177C-7F7E-8017-36E57C35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DF61-D6D4-82B5-7E6F-2B064F53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AE371-C786-4AB4-700B-07002205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1C1B7-E498-8BB7-ABB2-6E5D4029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646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6E77-D5F6-BBC9-961C-4C87E16B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FC288-5A11-633F-63D8-E77362DC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B9AA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1F70-00F9-AF0D-97E2-DC6B045C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9EA88-AD0C-9865-2F69-8FD2D42E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D3413-9F61-26DD-E757-02913826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3316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2EB4-8993-2AFD-47CC-37D370B7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9E0E-4D37-8125-E4A7-53521E11D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EA1EC-8E4B-6CFB-2FD3-CC7BFC64F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20731-DBFF-66B1-8EC8-0AABEDA9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0B9F8-9783-55A0-FFE0-D0D1BB46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3E672-E0B3-C969-79E5-A6EE28CF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870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400C-3D13-3E96-430F-E0473B94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0C53-231B-8559-ACCE-6F45BF40E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88B1E-8D13-6E5A-EDC2-2EE1E6AE6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0E3CD-750A-54A5-1306-B71A5C6A8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D546E-1C1E-6631-D0F9-7AFCC1D6B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A9715-2CB7-F3FE-41F2-AF8FD2F7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B4350-2400-2201-0A68-A2830CA3D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A041F-0073-30F4-9638-B644E023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83973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A916-3F3F-C53B-7663-91B77718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A2008-9757-426D-D364-60AA3E4B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E0C75-9180-26CC-6B3F-E8E707CC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20106-87F0-46C8-A3DD-0CBAA516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8981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DA4A2-C1BF-6697-7CD4-41C0A11A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C8C9E-CA51-0B61-0E93-37CADEC0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2B98E-7F89-66C8-2ADB-759C4907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9955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6EFA-C457-C5AC-F8C2-A267AA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13EC-4C79-CF53-8A9C-A2D9110BD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81F6B-4D5A-FE76-BBCE-8800D6173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49CF1-952D-82C7-66A6-B8A2C115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C0F52-25DA-B828-B31E-F03F4CA9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7796B-8B60-A8F1-D13C-D93D62DF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29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154F-7D11-158D-32D5-297F03E4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2C1-E84C-9B44-6341-AAC82491A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DF8E2-0666-4A55-6F30-5E44F4DFC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2805F-8C38-E3AE-5D7E-9DD05CE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2612C-DCB2-FB76-432D-D2F03F74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F103D-4324-691E-570D-719149EB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433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13D3-DEDC-A940-6F61-717710A0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46DAC-D880-52D3-A287-00DEADECD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B6A2-4A6C-D09A-03B9-B1DC2AA9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58B08-61A4-43F3-1C2C-EDA59AEA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38B1C-679B-7A90-A83E-9C5ED533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710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5410C-E873-478F-A6E6-54EACA78C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1B9AAA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9B51D-FE1C-EE5C-DFFB-C537E20DF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E2DA1-5F9B-1E99-1EF8-129B1249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7C6C-94E3-9DB8-D024-0122760E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29F24-B3D4-66F5-6B08-F7313A83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836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DCDF7-7142-B19C-BFBA-B0958497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491D-DEE6-526B-4AE3-AFE5CB3A1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A2583-5B04-5818-9BAD-4BF5C37E4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BA6FE-56B9-4991-89E1-1E32801D2C3E}" type="datetimeFigureOut">
              <a:rPr lang="en-BE" smtClean="0"/>
              <a:t>04/12/2025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18E49-5534-4ABC-3B50-003A0BE32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5050-1B4D-3D37-C4FC-8D69E336F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D805C-CE34-410F-8582-6A5EB3B177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6162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tcp-3-way-handshake-process/" TargetMode="External"/><Relationship Id="rId7" Type="http://schemas.openxmlformats.org/officeDocument/2006/relationships/hyperlink" Target="https://learn.microsoft.com/en-us/dotnet/fundamentals/networking/http/httpclient-guidelines" TargetMode="External"/><Relationship Id="rId2" Type="http://schemas.openxmlformats.org/officeDocument/2006/relationships/hyperlink" Target="https://github.com/hardikvasa/http-connection-lifecycl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lanjovanovic.tech/blog/the-right-way-to-use-httpclient-in-dotnet" TargetMode="External"/><Relationship Id="rId5" Type="http://schemas.openxmlformats.org/officeDocument/2006/relationships/hyperlink" Target="https://medium.com/@marijatopalova123/understanding-httpclient-in-asp-net-basics-named-typed-and-refit-generated-clients-4e10ea967eed" TargetMode="External"/><Relationship Id="rId4" Type="http://schemas.openxmlformats.org/officeDocument/2006/relationships/hyperlink" Target="https://www.mytechramblings.com/posts/dotnet-httpclient-basic-usage-scenario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7EF0-699E-76B8-13B4-4F3B0499C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35762-F29F-329D-1D49-2FD7396EF9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DB93E-F40F-7B5D-7F62-E6FFEE756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04" y="-1"/>
            <a:ext cx="12218504" cy="8145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29465A-77AC-7811-EC5D-AD757912EC33}"/>
              </a:ext>
            </a:extLst>
          </p:cNvPr>
          <p:cNvSpPr txBox="1"/>
          <p:nvPr/>
        </p:nvSpPr>
        <p:spPr>
          <a:xfrm>
            <a:off x="103366" y="3075057"/>
            <a:ext cx="5184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Optimizing your </a:t>
            </a:r>
            <a:r>
              <a:rPr lang="en-US" sz="4000" b="1" dirty="0" err="1">
                <a:solidFill>
                  <a:schemeClr val="bg1"/>
                </a:solidFill>
              </a:rPr>
              <a:t>HttpClient</a:t>
            </a:r>
            <a:r>
              <a:rPr lang="en-US" sz="4000" b="1" dirty="0">
                <a:solidFill>
                  <a:schemeClr val="bg1"/>
                </a:solidFill>
              </a:rPr>
              <a:t> usage</a:t>
            </a:r>
            <a:endParaRPr lang="en-BE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10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072E-D582-0BF9-A803-CE16D9AD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248652"/>
            <a:ext cx="6151083" cy="1307592"/>
          </a:xfrm>
        </p:spPr>
        <p:txBody>
          <a:bodyPr>
            <a:normAutofit/>
          </a:bodyPr>
          <a:lstStyle/>
          <a:p>
            <a:r>
              <a:rPr lang="en-US" b="1" dirty="0"/>
              <a:t>Nice to meet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08BF-30EA-AD14-2BA0-D3623EB7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6" y="1552094"/>
            <a:ext cx="6151083" cy="37538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Senior Application Architect @ </a:t>
            </a:r>
            <a:r>
              <a:rPr lang="en-US" dirty="0" err="1"/>
              <a:t>Inetum</a:t>
            </a:r>
            <a:r>
              <a:rPr lang="en-US" dirty="0"/>
              <a:t> Belgium</a:t>
            </a:r>
          </a:p>
          <a:p>
            <a:pPr>
              <a:lnSpc>
                <a:spcPct val="100000"/>
              </a:lnSpc>
            </a:pPr>
            <a:r>
              <a:rPr lang="en-US" dirty="0"/>
              <a:t>Microsoft MVP Dev Tech since 2014</a:t>
            </a:r>
          </a:p>
          <a:p>
            <a:pPr>
              <a:lnSpc>
                <a:spcPct val="100000"/>
              </a:lnSpc>
            </a:pPr>
            <a:r>
              <a:rPr lang="en-US" dirty="0"/>
              <a:t>Board member of the Visual Studio User Group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Techorama</a:t>
            </a:r>
            <a:r>
              <a:rPr lang="en-US" dirty="0"/>
              <a:t> BE / NL crew</a:t>
            </a:r>
          </a:p>
          <a:p>
            <a:pPr>
              <a:lnSpc>
                <a:spcPct val="100000"/>
              </a:lnSpc>
            </a:pPr>
            <a:r>
              <a:rPr lang="en-US" dirty="0"/>
              <a:t>Author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Bluesky: @nicovermeir.bsky.social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E0C9B-EF97-AC4A-3AB9-BF9B5F2BA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6" r="5884"/>
          <a:stretch>
            <a:fillRect/>
          </a:stretch>
        </p:blipFill>
        <p:spPr>
          <a:xfrm>
            <a:off x="7119112" y="1409178"/>
            <a:ext cx="4368801" cy="40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8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8CEDF-6F58-3F1F-93F7-03BD2E13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b="1" dirty="0">
                <a:solidFill>
                  <a:srgbClr val="1B9AAA"/>
                </a:solidFill>
              </a:rPr>
              <a:t>W</a:t>
            </a:r>
            <a:r>
              <a:rPr lang="en-US" b="1" dirty="0">
                <a:solidFill>
                  <a:srgbClr val="1B9AAA"/>
                </a:solidFill>
              </a:rPr>
              <a:t>h</a:t>
            </a:r>
            <a:r>
              <a:rPr lang="en-BE" b="1" dirty="0">
                <a:solidFill>
                  <a:srgbClr val="1B9AAA"/>
                </a:solidFill>
              </a:rPr>
              <a:t>y care about </a:t>
            </a:r>
            <a:r>
              <a:rPr lang="en-BE" b="1" dirty="0" err="1">
                <a:solidFill>
                  <a:srgbClr val="1B9AAA"/>
                </a:solidFill>
              </a:rPr>
              <a:t>HttpClient</a:t>
            </a:r>
            <a:r>
              <a:rPr lang="en-BE" b="1" dirty="0">
                <a:solidFill>
                  <a:srgbClr val="1B9AAA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03C5F-C8BA-2FF6-C371-06160B47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>
                <a:solidFill>
                  <a:schemeClr val="bg1"/>
                </a:solidFill>
              </a:rPr>
              <a:t>Powers all the .NET things</a:t>
            </a:r>
          </a:p>
          <a:p>
            <a:r>
              <a:rPr lang="en-BE" dirty="0">
                <a:solidFill>
                  <a:schemeClr val="bg1"/>
                </a:solidFill>
              </a:rPr>
              <a:t>Small bottlenecks have big impact</a:t>
            </a:r>
          </a:p>
          <a:p>
            <a:r>
              <a:rPr lang="en-BE" dirty="0">
                <a:solidFill>
                  <a:schemeClr val="bg1"/>
                </a:solidFill>
              </a:rPr>
              <a:t>Lots of common pitfalls</a:t>
            </a:r>
          </a:p>
          <a:p>
            <a:r>
              <a:rPr lang="en-BE" dirty="0">
                <a:solidFill>
                  <a:schemeClr val="bg1"/>
                </a:solidFill>
              </a:rPr>
              <a:t>Improve scalability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93973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3E61-3E24-4DD4-E015-8C92B1BB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What Is It, Really?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C0CDA-F16F-8957-8F42-A754437EA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7855"/>
          </a:xfrm>
        </p:spPr>
        <p:txBody>
          <a:bodyPr/>
          <a:lstStyle/>
          <a:p>
            <a:r>
              <a:rPr lang="en-BE" dirty="0" err="1"/>
              <a:t>System.Net.Http.HttpClient</a:t>
            </a:r>
            <a:endParaRPr lang="en-BE" dirty="0"/>
          </a:p>
          <a:p>
            <a:r>
              <a:rPr lang="en-BE" dirty="0"/>
              <a:t>Sends / Receives HTTP requests and responses</a:t>
            </a:r>
          </a:p>
          <a:p>
            <a:r>
              <a:rPr lang="en-BE" dirty="0"/>
              <a:t>Collection of settings</a:t>
            </a:r>
          </a:p>
          <a:p>
            <a:r>
              <a:rPr lang="en-BE" dirty="0"/>
              <a:t>Isolated Connection Pool</a:t>
            </a:r>
          </a:p>
          <a:p>
            <a:r>
              <a:rPr lang="en-BE" dirty="0" err="1"/>
              <a:t>HttpClient</a:t>
            </a:r>
            <a:r>
              <a:rPr lang="en-BE" dirty="0"/>
              <a:t> &gt; </a:t>
            </a:r>
            <a:r>
              <a:rPr lang="en-BE" dirty="0" err="1"/>
              <a:t>HttpMessageInvoker</a:t>
            </a:r>
            <a:r>
              <a:rPr lang="en-BE" dirty="0"/>
              <a:t> &gt; </a:t>
            </a:r>
            <a:r>
              <a:rPr lang="en-BE" dirty="0" err="1"/>
              <a:t>IDisposable</a:t>
            </a:r>
            <a:endParaRPr lang="en-BE" dirty="0"/>
          </a:p>
          <a:p>
            <a:r>
              <a:rPr lang="en-BE" dirty="0" err="1"/>
              <a:t>SocketsHttpHandler</a:t>
            </a:r>
            <a:endParaRPr lang="en-BE" dirty="0"/>
          </a:p>
          <a:p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BF32C-84E0-CEBA-1857-4B884843E8ED}"/>
              </a:ext>
            </a:extLst>
          </p:cNvPr>
          <p:cNvSpPr txBox="1"/>
          <p:nvPr/>
        </p:nvSpPr>
        <p:spPr>
          <a:xfrm>
            <a:off x="838200" y="5440680"/>
            <a:ext cx="1072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Source:</a:t>
            </a:r>
            <a:br>
              <a:rPr lang="en-BE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https://github.com/dotnet/runtime/blob/main/src/libraries/System.Net.Http/src/System/Net/Http/HttpClient.cs</a:t>
            </a:r>
            <a:endParaRPr lang="en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2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846F-2810-CC44-FAD1-DB4DD328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7A2A-F8BA-F9B5-33CF-062C991E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await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client.GetAsync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uri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BE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8941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7548D3-178F-EA0E-46A3-DB0D544AF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b="3374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CC95A1-D448-4C84-5F65-ED92073A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9" y="5752220"/>
            <a:ext cx="10515600" cy="1325563"/>
          </a:xfrm>
          <a:noFill/>
        </p:spPr>
        <p:txBody>
          <a:bodyPr/>
          <a:lstStyle/>
          <a:p>
            <a:r>
              <a:rPr lang="en-BE" dirty="0"/>
              <a:t>Under The 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32FB-A4EE-163D-A89A-885FB68E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089" y="33515"/>
            <a:ext cx="2130778" cy="519289"/>
          </a:xfrm>
        </p:spPr>
        <p:txBody>
          <a:bodyPr/>
          <a:lstStyle/>
          <a:p>
            <a:pPr marL="0" indent="0">
              <a:buNone/>
            </a:pPr>
            <a:r>
              <a:rPr lang="en-BE" b="1" u="sng" dirty="0"/>
              <a:t>Client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D153D6-FDF8-3810-64F6-E5CB3532BE40}"/>
              </a:ext>
            </a:extLst>
          </p:cNvPr>
          <p:cNvSpPr txBox="1">
            <a:spLocks/>
          </p:cNvSpPr>
          <p:nvPr/>
        </p:nvSpPr>
        <p:spPr>
          <a:xfrm>
            <a:off x="5307189" y="30340"/>
            <a:ext cx="1803400" cy="519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BE" b="1" u="sng" dirty="0"/>
              <a:t>DNS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6CF824-4A82-A358-1AB1-BF1213779860}"/>
              </a:ext>
            </a:extLst>
          </p:cNvPr>
          <p:cNvSpPr txBox="1">
            <a:spLocks/>
          </p:cNvSpPr>
          <p:nvPr/>
        </p:nvSpPr>
        <p:spPr>
          <a:xfrm>
            <a:off x="9334148" y="33515"/>
            <a:ext cx="1803400" cy="51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BE" b="1" u="sng" dirty="0"/>
              <a:t>Server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111AA07-96BD-B934-4049-DEA80DEB5C47}"/>
              </a:ext>
            </a:extLst>
          </p:cNvPr>
          <p:cNvSpPr/>
          <p:nvPr/>
        </p:nvSpPr>
        <p:spPr>
          <a:xfrm>
            <a:off x="2403122" y="1363134"/>
            <a:ext cx="3125259" cy="51928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Resolve IP 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C0228-033A-2024-868F-CFC65D3C5E69}"/>
              </a:ext>
            </a:extLst>
          </p:cNvPr>
          <p:cNvSpPr/>
          <p:nvPr/>
        </p:nvSpPr>
        <p:spPr>
          <a:xfrm>
            <a:off x="1184628" y="549628"/>
            <a:ext cx="380294" cy="5489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D93474-D0BE-130D-F97D-47B083170021}"/>
              </a:ext>
            </a:extLst>
          </p:cNvPr>
          <p:cNvSpPr/>
          <p:nvPr/>
        </p:nvSpPr>
        <p:spPr>
          <a:xfrm>
            <a:off x="5528381" y="549629"/>
            <a:ext cx="380294" cy="14287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774FD-2B9F-4F3C-54EF-1FB0738827CD}"/>
              </a:ext>
            </a:extLst>
          </p:cNvPr>
          <p:cNvSpPr/>
          <p:nvPr/>
        </p:nvSpPr>
        <p:spPr>
          <a:xfrm>
            <a:off x="9738255" y="549629"/>
            <a:ext cx="380294" cy="54899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AF68BF-EB56-FB2B-1C0D-B02DD0F6F239}"/>
              </a:ext>
            </a:extLst>
          </p:cNvPr>
          <p:cNvSpPr/>
          <p:nvPr/>
        </p:nvSpPr>
        <p:spPr>
          <a:xfrm>
            <a:off x="408516" y="549629"/>
            <a:ext cx="1994606" cy="81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Call </a:t>
            </a:r>
            <a:r>
              <a:rPr lang="en-BE" dirty="0" err="1"/>
              <a:t>GetAsync</a:t>
            </a:r>
            <a:r>
              <a:rPr lang="en-BE" dirty="0"/>
              <a:t>(</a:t>
            </a:r>
            <a:r>
              <a:rPr lang="en-BE" dirty="0" err="1"/>
              <a:t>uri</a:t>
            </a:r>
            <a:r>
              <a:rPr lang="en-BE" dirty="0"/>
              <a:t>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BBFE3D-5929-DA13-5015-694FE016261B}"/>
              </a:ext>
            </a:extLst>
          </p:cNvPr>
          <p:cNvGrpSpPr/>
          <p:nvPr/>
        </p:nvGrpSpPr>
        <p:grpSpPr>
          <a:xfrm>
            <a:off x="1564921" y="1897586"/>
            <a:ext cx="8173329" cy="1696690"/>
            <a:chOff x="2253440" y="1909232"/>
            <a:chExt cx="7623810" cy="169669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961790-321E-7A2F-6546-03EBDEFE1782}"/>
                </a:ext>
              </a:extLst>
            </p:cNvPr>
            <p:cNvSpPr/>
            <p:nvPr/>
          </p:nvSpPr>
          <p:spPr>
            <a:xfrm>
              <a:off x="2253440" y="1909232"/>
              <a:ext cx="7623810" cy="16966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3F9491-D00B-C827-9939-CA1445424986}"/>
                </a:ext>
              </a:extLst>
            </p:cNvPr>
            <p:cNvSpPr txBox="1"/>
            <p:nvPr/>
          </p:nvSpPr>
          <p:spPr>
            <a:xfrm>
              <a:off x="2403118" y="1909232"/>
              <a:ext cx="3369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TCP Handshake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CDAE6BF-6676-B772-8B12-2135708EB77F}"/>
              </a:ext>
            </a:extLst>
          </p:cNvPr>
          <p:cNvSpPr/>
          <p:nvPr/>
        </p:nvSpPr>
        <p:spPr>
          <a:xfrm>
            <a:off x="2403122" y="2176638"/>
            <a:ext cx="7335133" cy="51928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TCP SYN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E66D67E6-FFD2-84F0-E0C4-C13E4B6E7782}"/>
              </a:ext>
            </a:extLst>
          </p:cNvPr>
          <p:cNvSpPr/>
          <p:nvPr/>
        </p:nvSpPr>
        <p:spPr>
          <a:xfrm>
            <a:off x="2403122" y="2612495"/>
            <a:ext cx="7335133" cy="5192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TCP SYN + ACK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273C48D-CD47-9328-3202-A928180ACE05}"/>
              </a:ext>
            </a:extLst>
          </p:cNvPr>
          <p:cNvSpPr/>
          <p:nvPr/>
        </p:nvSpPr>
        <p:spPr>
          <a:xfrm>
            <a:off x="2428434" y="3028952"/>
            <a:ext cx="7309822" cy="51928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TCP ACK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162439-4B31-49F2-6FEC-8942D99FADB0}"/>
              </a:ext>
            </a:extLst>
          </p:cNvPr>
          <p:cNvGrpSpPr/>
          <p:nvPr/>
        </p:nvGrpSpPr>
        <p:grpSpPr>
          <a:xfrm>
            <a:off x="1564921" y="3669349"/>
            <a:ext cx="8173328" cy="2285823"/>
            <a:chOff x="2253440" y="1909232"/>
            <a:chExt cx="7623810" cy="169669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D05D90-48B2-2F80-38DE-95A2C814B044}"/>
                </a:ext>
              </a:extLst>
            </p:cNvPr>
            <p:cNvSpPr/>
            <p:nvPr/>
          </p:nvSpPr>
          <p:spPr>
            <a:xfrm>
              <a:off x="2253440" y="1909232"/>
              <a:ext cx="7623810" cy="169669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5B10AA-2082-32E0-5BCF-6E2DF44214B0}"/>
                </a:ext>
              </a:extLst>
            </p:cNvPr>
            <p:cNvSpPr txBox="1"/>
            <p:nvPr/>
          </p:nvSpPr>
          <p:spPr>
            <a:xfrm>
              <a:off x="2403118" y="1917716"/>
              <a:ext cx="3369032" cy="2741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BE" dirty="0"/>
                <a:t>TLS Handshake</a:t>
              </a:r>
            </a:p>
          </p:txBody>
        </p:sp>
      </p:grp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E532B75-DB4B-637A-5C35-6A336583C36E}"/>
              </a:ext>
            </a:extLst>
          </p:cNvPr>
          <p:cNvSpPr/>
          <p:nvPr/>
        </p:nvSpPr>
        <p:spPr>
          <a:xfrm>
            <a:off x="2403122" y="3938413"/>
            <a:ext cx="7335133" cy="51928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TLS </a:t>
            </a:r>
            <a:r>
              <a:rPr lang="en-BE" dirty="0" err="1"/>
              <a:t>ClientHello</a:t>
            </a:r>
            <a:endParaRPr lang="en-BE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F04F9508-CDF9-D445-BA36-1FA46CD4CE85}"/>
              </a:ext>
            </a:extLst>
          </p:cNvPr>
          <p:cNvSpPr/>
          <p:nvPr/>
        </p:nvSpPr>
        <p:spPr>
          <a:xfrm>
            <a:off x="2403121" y="4426302"/>
            <a:ext cx="7335133" cy="5192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TLS </a:t>
            </a:r>
            <a:r>
              <a:rPr lang="en-BE" dirty="0" err="1"/>
              <a:t>ServerHello</a:t>
            </a:r>
            <a:r>
              <a:rPr lang="en-BE" dirty="0"/>
              <a:t> | Certificate | </a:t>
            </a:r>
            <a:r>
              <a:rPr lang="en-BE" dirty="0" err="1"/>
              <a:t>ServerHelloDone</a:t>
            </a:r>
            <a:endParaRPr lang="en-BE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8DAA888-206A-4057-7E59-AC0EB059E9B8}"/>
              </a:ext>
            </a:extLst>
          </p:cNvPr>
          <p:cNvSpPr/>
          <p:nvPr/>
        </p:nvSpPr>
        <p:spPr>
          <a:xfrm>
            <a:off x="2403120" y="4888794"/>
            <a:ext cx="7335133" cy="51928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TLS </a:t>
            </a:r>
            <a:r>
              <a:rPr lang="en-BE" dirty="0" err="1"/>
              <a:t>ClientKeyExchange</a:t>
            </a:r>
            <a:r>
              <a:rPr lang="en-BE" dirty="0"/>
              <a:t> | </a:t>
            </a:r>
            <a:r>
              <a:rPr lang="en-BE" dirty="0" err="1"/>
              <a:t>ChangeCipherSpec</a:t>
            </a:r>
            <a:r>
              <a:rPr lang="en-BE" dirty="0"/>
              <a:t> | Finished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1F15285C-9905-EF23-7293-EDADBEF4FB03}"/>
              </a:ext>
            </a:extLst>
          </p:cNvPr>
          <p:cNvSpPr/>
          <p:nvPr/>
        </p:nvSpPr>
        <p:spPr>
          <a:xfrm>
            <a:off x="2403118" y="5381801"/>
            <a:ext cx="7335133" cy="5192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 err="1"/>
              <a:t>ChangeCipherSpecFinished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5906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41CD-6A5E-6CF3-0DA8-F39A06CF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Http Request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AE5CC-1509-5569-FA60-6EDDD8C97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BE" dirty="0"/>
              <a:t>Request</a:t>
            </a:r>
          </a:p>
          <a:p>
            <a:pPr lvl="1"/>
            <a:r>
              <a:rPr lang="en-BE" dirty="0"/>
              <a:t>Method</a:t>
            </a:r>
          </a:p>
          <a:p>
            <a:pPr lvl="1"/>
            <a:r>
              <a:rPr lang="en-BE" dirty="0"/>
              <a:t>Protocol version</a:t>
            </a:r>
          </a:p>
          <a:p>
            <a:pPr lvl="1"/>
            <a:r>
              <a:rPr lang="en-BE" dirty="0">
                <a:latin typeface="Cascadia Code" panose="020B0609020000020004" pitchFamily="49" charset="0"/>
                <a:cs typeface="Cascadia Code" panose="020B0609020000020004" pitchFamily="49" charset="0"/>
              </a:rPr>
              <a:t>GET /</a:t>
            </a:r>
            <a:r>
              <a:rPr lang="en-BE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api</a:t>
            </a:r>
            <a:r>
              <a:rPr lang="en-BE" dirty="0">
                <a:latin typeface="Cascadia Code" panose="020B0609020000020004" pitchFamily="49" charset="0"/>
                <a:cs typeface="Cascadia Code" panose="020B0609020000020004" pitchFamily="49" charset="0"/>
              </a:rPr>
              <a:t>/products/123 HTTP/1.1</a:t>
            </a:r>
          </a:p>
          <a:p>
            <a:r>
              <a:rPr lang="en-BE" dirty="0"/>
              <a:t>Headers</a:t>
            </a:r>
          </a:p>
          <a:p>
            <a:pPr lvl="1"/>
            <a:r>
              <a:rPr lang="en-BE" sz="2800" dirty="0"/>
              <a:t>Host</a:t>
            </a:r>
          </a:p>
          <a:p>
            <a:pPr lvl="1"/>
            <a:r>
              <a:rPr lang="en-BE" sz="2800" dirty="0"/>
              <a:t>User-Agent</a:t>
            </a:r>
          </a:p>
          <a:p>
            <a:pPr lvl="1"/>
            <a:r>
              <a:rPr lang="en-BE" sz="2800" dirty="0"/>
              <a:t>Accept-Encoding</a:t>
            </a:r>
          </a:p>
          <a:p>
            <a:pPr lvl="1"/>
            <a:r>
              <a:rPr lang="en-BE" sz="2800" dirty="0"/>
              <a:t>User-defined</a:t>
            </a:r>
          </a:p>
          <a:p>
            <a:r>
              <a:rPr lang="en-BE" dirty="0"/>
              <a:t>Content</a:t>
            </a:r>
          </a:p>
          <a:p>
            <a:pPr lvl="1"/>
            <a:r>
              <a:rPr lang="en-BE" dirty="0"/>
              <a:t>Serialized payload</a:t>
            </a:r>
          </a:p>
          <a:p>
            <a:r>
              <a:rPr lang="en-BE" dirty="0"/>
              <a:t>Encoding</a:t>
            </a:r>
          </a:p>
          <a:p>
            <a:pPr lvl="1"/>
            <a:r>
              <a:rPr lang="en-BE" dirty="0"/>
              <a:t>HTTP/1.1: CRLF line ending, header termination with blank line</a:t>
            </a:r>
          </a:p>
          <a:p>
            <a:pPr lvl="1"/>
            <a:r>
              <a:rPr lang="en-BE" dirty="0"/>
              <a:t>HTTP/2 and HTTP/3: binary and multiplexed</a:t>
            </a:r>
          </a:p>
          <a:p>
            <a:r>
              <a:rPr lang="en-BE" dirty="0"/>
              <a:t>Transmission over TCP channel</a:t>
            </a:r>
          </a:p>
          <a:p>
            <a:endParaRPr lang="en-BE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0462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C42332-FBF3-7831-98E4-16EB1DE1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EFD21-2EAC-BEDF-63AD-A653A997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9426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96ED-037C-BA4C-4A65-3A07A2C7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IHttpClientFactory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9696-CD76-76A3-F29D-10A406CFD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Multiple different clients</a:t>
            </a:r>
          </a:p>
          <a:p>
            <a:r>
              <a:rPr lang="en-BE" dirty="0"/>
              <a:t>Short-lived </a:t>
            </a:r>
            <a:r>
              <a:rPr lang="en-BE" dirty="0" err="1"/>
              <a:t>HttpClient</a:t>
            </a:r>
            <a:r>
              <a:rPr lang="en-BE" dirty="0"/>
              <a:t> instances</a:t>
            </a:r>
          </a:p>
          <a:p>
            <a:r>
              <a:rPr lang="en-BE" dirty="0"/>
              <a:t>Reusable </a:t>
            </a:r>
            <a:r>
              <a:rPr lang="en-BE" dirty="0" err="1"/>
              <a:t>HttpMessageHandler</a:t>
            </a:r>
            <a:r>
              <a:rPr lang="en-BE" dirty="0"/>
              <a:t> pool</a:t>
            </a:r>
          </a:p>
          <a:p>
            <a:r>
              <a:rPr lang="en-BE" dirty="0"/>
              <a:t>Typed / Named client options</a:t>
            </a:r>
          </a:p>
          <a:p>
            <a:r>
              <a:rPr lang="en-BE" dirty="0"/>
              <a:t>Avoid when cookies are required</a:t>
            </a:r>
          </a:p>
        </p:txBody>
      </p:sp>
    </p:spTree>
    <p:extLst>
      <p:ext uri="{BB962C8B-B14F-4D97-AF65-F5344CB8AC3E}">
        <p14:creationId xmlns:p14="http://schemas.microsoft.com/office/powerpoint/2010/main" val="42790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4ED8-D5EB-A17A-75DC-92A79FCB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HttpClient</a:t>
            </a:r>
            <a:r>
              <a:rPr lang="en-BE" dirty="0"/>
              <a:t> Lifetime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0B5C4-C9AD-FA62-1FC0-BD73F40B3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1985"/>
          </a:xfrm>
        </p:spPr>
        <p:txBody>
          <a:bodyPr>
            <a:normAutofit/>
          </a:bodyPr>
          <a:lstStyle/>
          <a:p>
            <a:r>
              <a:rPr lang="en-BE" dirty="0"/>
              <a:t>Reuse instead of renew</a:t>
            </a:r>
          </a:p>
          <a:p>
            <a:r>
              <a:rPr lang="en-BE" dirty="0"/>
              <a:t>Don’t dispose manually</a:t>
            </a:r>
          </a:p>
          <a:p>
            <a:r>
              <a:rPr lang="en-BE" dirty="0"/>
              <a:t>Set </a:t>
            </a:r>
            <a:r>
              <a:rPr lang="en-BE" dirty="0" err="1"/>
              <a:t>ConnectionLifetime</a:t>
            </a:r>
            <a:r>
              <a:rPr lang="en-BE" dirty="0"/>
              <a:t> when needed</a:t>
            </a:r>
            <a:br>
              <a:rPr lang="en-BE" dirty="0"/>
            </a:b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3F19E-B7C0-79DD-2313-F671F718F627}"/>
              </a:ext>
            </a:extLst>
          </p:cNvPr>
          <p:cNvSpPr txBox="1"/>
          <p:nvPr/>
        </p:nvSpPr>
        <p:spPr>
          <a:xfrm>
            <a:off x="1455420" y="3429000"/>
            <a:ext cx="92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 handler = new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SocketsHttpHandler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PooledConnectionLifetime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TimeSpan.FromMinutes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(15</a:t>
            </a:r>
            <a:r>
              <a:rPr lang="en-BE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sharedClient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new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HttpClient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(handler);</a:t>
            </a:r>
            <a:endParaRPr lang="en-BE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59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B164-CC62-F1E9-9588-594AACEB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B344-D5FA-3E91-2925-A6066ED5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HttpClient</a:t>
            </a:r>
            <a:r>
              <a:rPr lang="en-BE" dirty="0"/>
              <a:t> Lifetime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332E-8CB1-A885-2963-F72F4B214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1985"/>
          </a:xfrm>
        </p:spPr>
        <p:txBody>
          <a:bodyPr>
            <a:normAutofit/>
          </a:bodyPr>
          <a:lstStyle/>
          <a:p>
            <a:r>
              <a:rPr lang="en-BE" dirty="0"/>
              <a:t>Use </a:t>
            </a:r>
            <a:r>
              <a:rPr lang="en-BE" dirty="0" err="1"/>
              <a:t>IHttpClientFactory</a:t>
            </a:r>
            <a:r>
              <a:rPr lang="en-BE" dirty="0"/>
              <a:t> or long-lived </a:t>
            </a:r>
            <a:r>
              <a:rPr lang="en-BE" dirty="0" err="1"/>
              <a:t>HttpClient</a:t>
            </a:r>
            <a:r>
              <a:rPr lang="en-BE" dirty="0"/>
              <a:t> instance with </a:t>
            </a:r>
            <a:r>
              <a:rPr lang="en-BE" dirty="0" err="1"/>
              <a:t>PooledConnectionLifetime</a:t>
            </a:r>
            <a:endParaRPr lang="en-BE" dirty="0"/>
          </a:p>
          <a:p>
            <a:r>
              <a:rPr lang="en-BE" dirty="0"/>
              <a:t>Don’t use typed services in singletons</a:t>
            </a:r>
            <a:br>
              <a:rPr lang="en-BE" dirty="0"/>
            </a:b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632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291075-7324-61B6-C500-B00385D0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6BB0F-8BBF-1B9E-18D9-DCE61FA09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394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B66B-D928-E9A9-AC79-3FE28437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DelegatingHandlers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88D14-A507-720E-773C-A40AF7079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6185"/>
          </a:xfrm>
        </p:spPr>
        <p:txBody>
          <a:bodyPr>
            <a:normAutofit fontScale="92500" lnSpcReduction="20000"/>
          </a:bodyPr>
          <a:lstStyle/>
          <a:p>
            <a:r>
              <a:rPr lang="en-BE" dirty="0"/>
              <a:t>Intercepts requests and responses</a:t>
            </a:r>
          </a:p>
          <a:p>
            <a:r>
              <a:rPr lang="en-BE" dirty="0"/>
              <a:t>Can be chained</a:t>
            </a:r>
          </a:p>
          <a:p>
            <a:r>
              <a:rPr lang="en-BE" dirty="0" err="1"/>
              <a:t>HttpClientHandler</a:t>
            </a:r>
            <a:r>
              <a:rPr lang="en-BE" dirty="0"/>
              <a:t> build into </a:t>
            </a:r>
            <a:r>
              <a:rPr lang="en-BE" dirty="0" err="1"/>
              <a:t>HttpClient</a:t>
            </a:r>
            <a:endParaRPr lang="en-BE" dirty="0"/>
          </a:p>
        </p:txBody>
      </p:sp>
      <p:pic>
        <p:nvPicPr>
          <p:cNvPr id="2050" name="Picture 2" descr="Diagram of process to insert custom message handlers into client pipeline. Shows h t t p Client class that uses a message handler to process requests.">
            <a:extLst>
              <a:ext uri="{FF2B5EF4-FFF2-40B4-BE49-F238E27FC236}">
                <a16:creationId xmlns:a16="http://schemas.microsoft.com/office/drawing/2014/main" id="{260F82C2-503A-B565-97B5-3CBA9869A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0390"/>
            <a:ext cx="3150870" cy="349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87F48F-1EE4-32F3-2B46-CC90F82B73D8}"/>
              </a:ext>
            </a:extLst>
          </p:cNvPr>
          <p:cNvSpPr txBox="1"/>
          <p:nvPr/>
        </p:nvSpPr>
        <p:spPr>
          <a:xfrm>
            <a:off x="3989070" y="5783580"/>
            <a:ext cx="7669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Source:</a:t>
            </a:r>
          </a:p>
          <a:p>
            <a:r>
              <a:rPr lang="en-US" dirty="0">
                <a:solidFill>
                  <a:schemeClr val="bg1"/>
                </a:solidFill>
              </a:rPr>
              <a:t>https://learn.microsoft.com/en-us/aspnet/web-api/overview/advanced/httpclient-message-handlers</a:t>
            </a:r>
            <a:r>
              <a:rPr lang="en-BE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78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F5DE-29F6-F00A-5066-BCD9D869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3726-AC0C-C6D9-52DC-9DE584CF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DelegatingHandlers</a:t>
            </a:r>
            <a:r>
              <a:rPr lang="en-BE" dirty="0"/>
              <a:t> -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D946-89F0-3E8F-2E49-83558EAE7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2315"/>
          </a:xfrm>
        </p:spPr>
        <p:txBody>
          <a:bodyPr>
            <a:normAutofit/>
          </a:bodyPr>
          <a:lstStyle/>
          <a:p>
            <a:r>
              <a:rPr lang="en-BE" dirty="0"/>
              <a:t>Can’t change </a:t>
            </a:r>
            <a:r>
              <a:rPr lang="en-BE" dirty="0" err="1"/>
              <a:t>HttpClient</a:t>
            </a:r>
            <a:r>
              <a:rPr lang="en-BE" dirty="0"/>
              <a:t> Settings</a:t>
            </a:r>
          </a:p>
          <a:p>
            <a:r>
              <a:rPr lang="en-BE" dirty="0"/>
              <a:t>Can’t change </a:t>
            </a:r>
            <a:r>
              <a:rPr lang="en-BE" dirty="0" err="1"/>
              <a:t>SocketsHttpHandler</a:t>
            </a:r>
            <a:r>
              <a:rPr lang="en-BE" dirty="0"/>
              <a:t> config</a:t>
            </a:r>
          </a:p>
          <a:p>
            <a:r>
              <a:rPr lang="en-BE" dirty="0"/>
              <a:t>Handlers are synchronous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BADA5-6D08-01BA-EDAF-2EBF1F0FC755}"/>
              </a:ext>
            </a:extLst>
          </p:cNvPr>
          <p:cNvSpPr txBox="1"/>
          <p:nvPr/>
        </p:nvSpPr>
        <p:spPr>
          <a:xfrm>
            <a:off x="838200" y="4357688"/>
            <a:ext cx="8321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Example:</a:t>
            </a:r>
            <a:br>
              <a:rPr lang="en-BE" dirty="0">
                <a:solidFill>
                  <a:schemeClr val="bg1"/>
                </a:solidFill>
              </a:rPr>
            </a:br>
            <a:r>
              <a:rPr lang="en-BE" dirty="0" err="1">
                <a:solidFill>
                  <a:schemeClr val="bg1"/>
                </a:solidFill>
              </a:rPr>
              <a:t>JustEat</a:t>
            </a:r>
            <a:r>
              <a:rPr lang="en-BE" dirty="0">
                <a:solidFill>
                  <a:schemeClr val="bg1"/>
                </a:solidFill>
              </a:rPr>
              <a:t> </a:t>
            </a:r>
            <a:r>
              <a:rPr lang="en-BE" dirty="0" err="1">
                <a:solidFill>
                  <a:schemeClr val="bg1"/>
                </a:solidFill>
              </a:rPr>
              <a:t>HttpClientInterception</a:t>
            </a:r>
            <a:endParaRPr lang="en-BE" dirty="0">
              <a:solidFill>
                <a:schemeClr val="bg1"/>
              </a:solidFill>
            </a:endParaRPr>
          </a:p>
          <a:p>
            <a:endParaRPr lang="en-BE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https://github.com/justeattakeaway/httpclient-interception/tree/main/src/HttpClientInterception</a:t>
            </a:r>
            <a:endParaRPr lang="en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18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0BDB-FDB0-8E32-6763-446F6804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Resiliency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022E-8093-F675-7CC3-0D8F2C26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Transient failures are normal (timeouts, throttling, dropped connections)</a:t>
            </a:r>
            <a:endParaRPr lang="en-BE" dirty="0"/>
          </a:p>
          <a:p>
            <a:r>
              <a:rPr lang="en-GB" dirty="0"/>
              <a:t>Naïve retries can make things worse (thundering herd)</a:t>
            </a:r>
            <a:endParaRPr lang="en-BE" dirty="0"/>
          </a:p>
          <a:p>
            <a:r>
              <a:rPr lang="en-GB" dirty="0"/>
              <a:t>We need structured resilience patterns.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2843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96D1-277C-3F72-F7B8-32FD2BCA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Polly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E11B3-0FF5-6DA9-61E7-0B9547E5B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Resilience library</a:t>
            </a:r>
          </a:p>
          <a:p>
            <a:pPr lvl="1"/>
            <a:r>
              <a:rPr lang="en-US" dirty="0"/>
              <a:t>R</a:t>
            </a:r>
            <a:r>
              <a:rPr lang="en-BE" dirty="0" err="1"/>
              <a:t>etry</a:t>
            </a:r>
            <a:endParaRPr lang="en-BE" dirty="0"/>
          </a:p>
          <a:p>
            <a:pPr lvl="1"/>
            <a:r>
              <a:rPr lang="en-BE" dirty="0"/>
              <a:t>Circuit Breaker</a:t>
            </a:r>
          </a:p>
          <a:p>
            <a:pPr lvl="1"/>
            <a:r>
              <a:rPr lang="en-BE" dirty="0"/>
              <a:t>Timeout</a:t>
            </a:r>
          </a:p>
          <a:p>
            <a:pPr lvl="1"/>
            <a:r>
              <a:rPr lang="en-BE" dirty="0"/>
              <a:t>Rate Limiter</a:t>
            </a:r>
          </a:p>
          <a:p>
            <a:pPr lvl="1"/>
            <a:r>
              <a:rPr lang="en-BE" dirty="0"/>
              <a:t>Fallback</a:t>
            </a:r>
          </a:p>
          <a:p>
            <a:pPr lvl="1"/>
            <a:r>
              <a:rPr lang="en-BE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43399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6CEB-AFAA-B92C-AF78-41CFA68F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Circuit Breaker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4518-B2C6-48F7-87A0-CB1120F09119}"/>
              </a:ext>
            </a:extLst>
          </p:cNvPr>
          <p:cNvSpPr/>
          <p:nvPr/>
        </p:nvSpPr>
        <p:spPr>
          <a:xfrm>
            <a:off x="982134" y="1851378"/>
            <a:ext cx="2077156" cy="756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9349D-3F62-F69A-03FA-C9F731ACAC4C}"/>
              </a:ext>
            </a:extLst>
          </p:cNvPr>
          <p:cNvSpPr/>
          <p:nvPr/>
        </p:nvSpPr>
        <p:spPr>
          <a:xfrm>
            <a:off x="4667957" y="1851377"/>
            <a:ext cx="2077156" cy="75635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Circuit Breaker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39A58-B537-256C-C72A-62067C960D07}"/>
              </a:ext>
            </a:extLst>
          </p:cNvPr>
          <p:cNvSpPr/>
          <p:nvPr/>
        </p:nvSpPr>
        <p:spPr>
          <a:xfrm>
            <a:off x="8353780" y="1851376"/>
            <a:ext cx="2077156" cy="7563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Server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0C06C-CF75-E79A-AB4A-2990C3AA5815}"/>
              </a:ext>
            </a:extLst>
          </p:cNvPr>
          <p:cNvCxnSpPr>
            <a:stCxn id="4" idx="2"/>
          </p:cNvCxnSpPr>
          <p:nvPr/>
        </p:nvCxnSpPr>
        <p:spPr>
          <a:xfrm>
            <a:off x="2020712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A7FF70-3E78-790E-8246-739F9A9D4374}"/>
              </a:ext>
            </a:extLst>
          </p:cNvPr>
          <p:cNvCxnSpPr>
            <a:cxnSpLocks/>
          </p:cNvCxnSpPr>
          <p:nvPr/>
        </p:nvCxnSpPr>
        <p:spPr>
          <a:xfrm>
            <a:off x="5706535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9D044C-47BA-E27E-FC24-620057BEF64F}"/>
              </a:ext>
            </a:extLst>
          </p:cNvPr>
          <p:cNvCxnSpPr/>
          <p:nvPr/>
        </p:nvCxnSpPr>
        <p:spPr>
          <a:xfrm>
            <a:off x="9392358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B4485B3-F016-D8B6-A9C2-CE4B4E9DFC3D}"/>
              </a:ext>
            </a:extLst>
          </p:cNvPr>
          <p:cNvSpPr/>
          <p:nvPr/>
        </p:nvSpPr>
        <p:spPr>
          <a:xfrm>
            <a:off x="2365024" y="3584222"/>
            <a:ext cx="6683022" cy="34995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D099C-2288-9377-0AFE-13EA34DA4CF2}"/>
              </a:ext>
            </a:extLst>
          </p:cNvPr>
          <p:cNvSpPr txBox="1"/>
          <p:nvPr/>
        </p:nvSpPr>
        <p:spPr>
          <a:xfrm>
            <a:off x="2365024" y="3934178"/>
            <a:ext cx="2077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7F28CF-A738-A31C-4095-12889CC412DD}"/>
              </a:ext>
            </a:extLst>
          </p:cNvPr>
          <p:cNvSpPr/>
          <p:nvPr/>
        </p:nvSpPr>
        <p:spPr>
          <a:xfrm>
            <a:off x="5508978" y="3228622"/>
            <a:ext cx="474120" cy="17497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6899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B67A-F628-AA51-1080-3B60DC3C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BCF6-C76C-F5F4-3E4D-ACEB099A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Circuit Breaker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89DB3-B9C8-7A69-0AE5-7DEA546F1A0C}"/>
              </a:ext>
            </a:extLst>
          </p:cNvPr>
          <p:cNvSpPr/>
          <p:nvPr/>
        </p:nvSpPr>
        <p:spPr>
          <a:xfrm>
            <a:off x="982134" y="1851378"/>
            <a:ext cx="2077156" cy="756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761980-E022-7C9C-9369-8E93333C4FFF}"/>
              </a:ext>
            </a:extLst>
          </p:cNvPr>
          <p:cNvSpPr/>
          <p:nvPr/>
        </p:nvSpPr>
        <p:spPr>
          <a:xfrm>
            <a:off x="4667957" y="1851377"/>
            <a:ext cx="2077156" cy="75635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Circuit Breaker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B350C-46DC-61D2-0EBC-D9BDCE8BDD52}"/>
              </a:ext>
            </a:extLst>
          </p:cNvPr>
          <p:cNvSpPr/>
          <p:nvPr/>
        </p:nvSpPr>
        <p:spPr>
          <a:xfrm>
            <a:off x="8353780" y="1851376"/>
            <a:ext cx="2077156" cy="7563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Server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BD364C-C4B3-9E97-3009-3F04CC2DB36F}"/>
              </a:ext>
            </a:extLst>
          </p:cNvPr>
          <p:cNvCxnSpPr>
            <a:stCxn id="4" idx="2"/>
          </p:cNvCxnSpPr>
          <p:nvPr/>
        </p:nvCxnSpPr>
        <p:spPr>
          <a:xfrm>
            <a:off x="2020712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18E3F1-7680-549F-FF05-3D1367267656}"/>
              </a:ext>
            </a:extLst>
          </p:cNvPr>
          <p:cNvCxnSpPr>
            <a:cxnSpLocks/>
          </p:cNvCxnSpPr>
          <p:nvPr/>
        </p:nvCxnSpPr>
        <p:spPr>
          <a:xfrm>
            <a:off x="5706535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0077CB-2846-6B4A-0C00-C8C6E5AE8D67}"/>
              </a:ext>
            </a:extLst>
          </p:cNvPr>
          <p:cNvCxnSpPr/>
          <p:nvPr/>
        </p:nvCxnSpPr>
        <p:spPr>
          <a:xfrm>
            <a:off x="9392358" y="2607733"/>
            <a:ext cx="0" cy="29915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E094227-BA76-06BE-C0A1-CD1A729ECEF0}"/>
              </a:ext>
            </a:extLst>
          </p:cNvPr>
          <p:cNvSpPr/>
          <p:nvPr/>
        </p:nvSpPr>
        <p:spPr>
          <a:xfrm>
            <a:off x="2365024" y="3584222"/>
            <a:ext cx="6683022" cy="34995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63399-892D-EAD2-1D40-EA5513361C59}"/>
              </a:ext>
            </a:extLst>
          </p:cNvPr>
          <p:cNvSpPr txBox="1"/>
          <p:nvPr/>
        </p:nvSpPr>
        <p:spPr>
          <a:xfrm>
            <a:off x="2365024" y="3934178"/>
            <a:ext cx="2077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7B7AF0-2B18-B098-C435-FA54C4D42E6D}"/>
              </a:ext>
            </a:extLst>
          </p:cNvPr>
          <p:cNvSpPr/>
          <p:nvPr/>
        </p:nvSpPr>
        <p:spPr>
          <a:xfrm>
            <a:off x="5508978" y="3228622"/>
            <a:ext cx="474120" cy="17497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696052-A799-D6E3-BFB9-9EC0CCF2476C}"/>
              </a:ext>
            </a:extLst>
          </p:cNvPr>
          <p:cNvCxnSpPr/>
          <p:nvPr/>
        </p:nvCxnSpPr>
        <p:spPr>
          <a:xfrm>
            <a:off x="6745113" y="3206044"/>
            <a:ext cx="1179687" cy="109746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793F8D-F443-FE00-7950-36E61C9FE767}"/>
              </a:ext>
            </a:extLst>
          </p:cNvPr>
          <p:cNvCxnSpPr>
            <a:cxnSpLocks/>
          </p:cNvCxnSpPr>
          <p:nvPr/>
        </p:nvCxnSpPr>
        <p:spPr>
          <a:xfrm flipH="1">
            <a:off x="6745113" y="3206044"/>
            <a:ext cx="1151467" cy="109746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46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BEBA85-E639-0BA2-3DFF-9D5742E5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24346-5D04-BD53-5BC3-DC400AE58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2016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C0E8-21B4-AF49-4E2D-9EE1EC40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D2B9-6750-FAD0-9C65-4CBDA428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hardikvasa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/http-connection-lifecycle: Complete and detailed explanation of HTTP connection lifecycle</a:t>
            </a:r>
            <a:endParaRPr lang="en-BE" dirty="0"/>
          </a:p>
          <a:p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TCP 3-Way Handshake Process – </a:t>
            </a:r>
            <a:r>
              <a:rPr lang="en-GB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endParaRPr lang="en-BE" dirty="0"/>
          </a:p>
          <a:p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.NET basics: How to properly use </a:t>
            </a:r>
            <a:r>
              <a:rPr lang="en-GB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HttpClient</a:t>
            </a:r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:: my tech ramblings — A blog for writing about my techie ramblings</a:t>
            </a:r>
            <a:endParaRPr lang="en-BE" dirty="0"/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</a:t>
            </a:r>
            <a:r>
              <a:rPr lang="en-US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HttpClient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ASP.NET: Basics, Named, Typed, and Refit Generated Clients | by Marija </a:t>
            </a:r>
            <a:r>
              <a:rPr lang="en-US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Nikovski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Medium</a:t>
            </a:r>
            <a:endParaRPr lang="en-BE" dirty="0"/>
          </a:p>
          <a:p>
            <a:r>
              <a:rPr lang="en-GB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Right Way To Use </a:t>
            </a:r>
            <a:r>
              <a:rPr lang="en-GB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HttpClient</a:t>
            </a:r>
            <a:r>
              <a:rPr lang="en-GB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.NET</a:t>
            </a:r>
            <a:endParaRPr lang="en-BE" dirty="0"/>
          </a:p>
          <a:p>
            <a:r>
              <a:rPr lang="en-GB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HttpClient</a:t>
            </a:r>
            <a:r>
              <a:rPr lang="en-GB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guidelines for .NET - .NET | Microsoft Learn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18611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873E-62B7-A08C-815C-545FB677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Demos on GitHub 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B53A53D-15FF-2E81-4246-78AC31064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2875430" cy="2822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32074-61DC-506D-A4CB-9AB9F9544D3A}"/>
              </a:ext>
            </a:extLst>
          </p:cNvPr>
          <p:cNvSpPr txBox="1"/>
          <p:nvPr/>
        </p:nvSpPr>
        <p:spPr>
          <a:xfrm>
            <a:off x="838200" y="5167312"/>
            <a:ext cx="6939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https://github.com/NicoVermeir/OptimizingHttpClient</a:t>
            </a:r>
            <a:endParaRPr lang="en-B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330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E7EA-7EBA-67CE-0004-74A6E115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2236E-0BD1-563A-F0CA-4C8FDEF3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9513D-0522-57BF-733F-5841EA67C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35335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941</Words>
  <Application>Microsoft Office PowerPoint</Application>
  <PresentationFormat>Widescreen</PresentationFormat>
  <Paragraphs>165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Cascadia Code</vt:lpstr>
      <vt:lpstr>Office Theme</vt:lpstr>
      <vt:lpstr>PowerPoint Presentation</vt:lpstr>
      <vt:lpstr>Nice to meet you!</vt:lpstr>
      <vt:lpstr>Why care about HttpClient?</vt:lpstr>
      <vt:lpstr>What Is It, Really?</vt:lpstr>
      <vt:lpstr>How it works</vt:lpstr>
      <vt:lpstr>Under The Hood</vt:lpstr>
      <vt:lpstr>Http Request Construction</vt:lpstr>
      <vt:lpstr>Demo</vt:lpstr>
      <vt:lpstr>IHttpClientFactory</vt:lpstr>
      <vt:lpstr>HttpClient Lifetime</vt:lpstr>
      <vt:lpstr>HttpClient Lifetime</vt:lpstr>
      <vt:lpstr>Demo</vt:lpstr>
      <vt:lpstr>DelegatingHandlers</vt:lpstr>
      <vt:lpstr>DelegatingHandlers - Limits</vt:lpstr>
      <vt:lpstr>Resiliency</vt:lpstr>
      <vt:lpstr>Polly</vt:lpstr>
      <vt:lpstr>Circuit Breaker</vt:lpstr>
      <vt:lpstr>Circuit Breaker</vt:lpstr>
      <vt:lpstr>Demo</vt:lpstr>
      <vt:lpstr>Links</vt:lpstr>
      <vt:lpstr>Demos on GitHub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 Vermeir</dc:creator>
  <cp:lastModifiedBy>Nico Vermeir</cp:lastModifiedBy>
  <cp:revision>1</cp:revision>
  <dcterms:created xsi:type="dcterms:W3CDTF">2025-11-05T07:32:18Z</dcterms:created>
  <dcterms:modified xsi:type="dcterms:W3CDTF">2025-12-04T12:51:50Z</dcterms:modified>
</cp:coreProperties>
</file>